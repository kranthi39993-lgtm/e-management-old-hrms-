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66368" r:id="rId2"/>
    <p:sldId id="66444" r:id="rId3"/>
  </p:sldIdLst>
  <p:sldSz cx="12192000" cy="6858000"/>
  <p:notesSz cx="6807200" cy="99393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>
          <p15:clr>
            <a:srgbClr val="A4A3A4"/>
          </p15:clr>
        </p15:guide>
        <p15:guide id="2" pos="387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kao_abe" initials="t" lastIdx="9" clrIdx="0"/>
  <p:cmAuthor id="2" name="MARUWA MARUWA" initials="MM" lastIdx="1" clrIdx="1">
    <p:extLst>
      <p:ext uri="{19B8F6BF-5375-455C-9EA6-DF929625EA0E}">
        <p15:presenceInfo xmlns:p15="http://schemas.microsoft.com/office/powerpoint/2012/main" userId="402413c8c063d51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66FF33"/>
    <a:srgbClr val="DCF3BB"/>
    <a:srgbClr val="F4BD6C"/>
    <a:srgbClr val="D89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3" autoAdjust="0"/>
    <p:restoredTop sz="93557" autoAdjust="0"/>
  </p:normalViewPr>
  <p:slideViewPr>
    <p:cSldViewPr snapToGrid="0">
      <p:cViewPr varScale="1">
        <p:scale>
          <a:sx n="70" d="100"/>
          <a:sy n="70" d="100"/>
        </p:scale>
        <p:origin x="393" y="39"/>
      </p:cViewPr>
      <p:guideLst>
        <p:guide orient="horz" pos="2209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4295" cy="742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511514-0CD0-44A9-BB9F-BC4C9A4050C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614256A-16BF-4E52-A72B-32392B5A850E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MY" sz="1800" dirty="0"/>
            <a:t>Raw Material</a:t>
          </a:r>
        </a:p>
      </dgm:t>
    </dgm:pt>
    <dgm:pt modelId="{2C7C5810-33E4-42FC-B336-24A2D87B1832}" type="parTrans" cxnId="{8FCFD182-88CF-4223-AB1A-61AA44931E44}">
      <dgm:prSet/>
      <dgm:spPr/>
      <dgm:t>
        <a:bodyPr/>
        <a:lstStyle/>
        <a:p>
          <a:endParaRPr lang="en-MY" sz="1200"/>
        </a:p>
      </dgm:t>
    </dgm:pt>
    <dgm:pt modelId="{B1EA6C9F-96E1-4837-B643-55861FCC6024}" type="sibTrans" cxnId="{8FCFD182-88CF-4223-AB1A-61AA44931E44}">
      <dgm:prSet/>
      <dgm:spPr/>
      <dgm:t>
        <a:bodyPr/>
        <a:lstStyle/>
        <a:p>
          <a:endParaRPr lang="en-MY" sz="1200"/>
        </a:p>
      </dgm:t>
    </dgm:pt>
    <dgm:pt modelId="{31191FA3-474B-4785-9E6F-5E0F41708A3A}">
      <dgm:prSet phldrT="[Text]" phldr="0" custT="1"/>
      <dgm:spPr/>
      <dgm:t>
        <a:bodyPr/>
        <a:lstStyle/>
        <a:p>
          <a:r>
            <a:rPr lang="en-MY" sz="1200" dirty="0"/>
            <a:t>System Testing 3</a:t>
          </a:r>
          <a:r>
            <a:rPr lang="en-MY" sz="1200" baseline="30000" dirty="0"/>
            <a:t>rd</a:t>
          </a:r>
          <a:r>
            <a:rPr lang="en-MY" sz="1200" dirty="0"/>
            <a:t> Oct</a:t>
          </a:r>
        </a:p>
      </dgm:t>
    </dgm:pt>
    <dgm:pt modelId="{70EF486B-A231-4C4A-9EB7-17533D26840A}" type="parTrans" cxnId="{0774586D-D59F-483C-AFF0-0E3EE8F70A3B}">
      <dgm:prSet/>
      <dgm:spPr/>
      <dgm:t>
        <a:bodyPr/>
        <a:lstStyle/>
        <a:p>
          <a:endParaRPr lang="en-MY" sz="1200"/>
        </a:p>
      </dgm:t>
    </dgm:pt>
    <dgm:pt modelId="{1305C743-56B5-4D33-9448-14540B167141}" type="sibTrans" cxnId="{0774586D-D59F-483C-AFF0-0E3EE8F70A3B}">
      <dgm:prSet/>
      <dgm:spPr/>
      <dgm:t>
        <a:bodyPr/>
        <a:lstStyle/>
        <a:p>
          <a:endParaRPr lang="en-MY" sz="1200"/>
        </a:p>
      </dgm:t>
    </dgm:pt>
    <dgm:pt modelId="{4A1D14EF-509D-4B7C-86BA-7EA2C844E60F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MY" sz="1800" dirty="0"/>
            <a:t>Casting</a:t>
          </a:r>
        </a:p>
      </dgm:t>
    </dgm:pt>
    <dgm:pt modelId="{B07AA416-7945-4774-97D1-E7AD1A5CEE10}" type="parTrans" cxnId="{99AD6AF2-8320-4C34-B27F-1B886AAE8DF4}">
      <dgm:prSet/>
      <dgm:spPr/>
      <dgm:t>
        <a:bodyPr/>
        <a:lstStyle/>
        <a:p>
          <a:endParaRPr lang="en-MY" sz="1200"/>
        </a:p>
      </dgm:t>
    </dgm:pt>
    <dgm:pt modelId="{BF910505-87F6-4548-83DA-02DD7490F811}" type="sibTrans" cxnId="{99AD6AF2-8320-4C34-B27F-1B886AAE8DF4}">
      <dgm:prSet/>
      <dgm:spPr/>
      <dgm:t>
        <a:bodyPr/>
        <a:lstStyle/>
        <a:p>
          <a:endParaRPr lang="en-MY" sz="1200"/>
        </a:p>
      </dgm:t>
    </dgm:pt>
    <dgm:pt modelId="{3F11A2F7-B8C4-49A1-825C-7EBE12383C4F}">
      <dgm:prSet phldrT="[Text]" phldr="0" custT="1"/>
      <dgm:spPr/>
      <dgm:t>
        <a:bodyPr/>
        <a:lstStyle/>
        <a:p>
          <a:r>
            <a:rPr lang="en-MY" sz="1200" dirty="0"/>
            <a:t>System Running</a:t>
          </a:r>
        </a:p>
      </dgm:t>
    </dgm:pt>
    <dgm:pt modelId="{F14B7D79-A491-49E9-BAA0-C2FE974C8E95}" type="parTrans" cxnId="{F14FE0F6-B07D-42DF-BA20-92E4FEEA96B5}">
      <dgm:prSet/>
      <dgm:spPr/>
      <dgm:t>
        <a:bodyPr/>
        <a:lstStyle/>
        <a:p>
          <a:endParaRPr lang="en-MY" sz="1200"/>
        </a:p>
      </dgm:t>
    </dgm:pt>
    <dgm:pt modelId="{4E3F7AA7-58AA-4A5A-BB28-7566E31FC375}" type="sibTrans" cxnId="{F14FE0F6-B07D-42DF-BA20-92E4FEEA96B5}">
      <dgm:prSet/>
      <dgm:spPr/>
      <dgm:t>
        <a:bodyPr/>
        <a:lstStyle/>
        <a:p>
          <a:endParaRPr lang="en-MY" sz="1200"/>
        </a:p>
      </dgm:t>
    </dgm:pt>
    <dgm:pt modelId="{A1D38BC3-A585-4F35-9D67-12EC2BA6ED86}">
      <dgm:prSet phldrT="[Text]" phldr="0" custT="1"/>
      <dgm:spPr/>
      <dgm:t>
        <a:bodyPr/>
        <a:lstStyle/>
        <a:p>
          <a:r>
            <a:rPr lang="en-MY" sz="1200" dirty="0">
              <a:highlight>
                <a:srgbClr val="FFFF00"/>
              </a:highlight>
            </a:rPr>
            <a:t>New format Inventory report</a:t>
          </a:r>
        </a:p>
      </dgm:t>
    </dgm:pt>
    <dgm:pt modelId="{D946B166-4C2E-4E44-933C-268F504E1D9C}" type="parTrans" cxnId="{8095EE79-0C75-45BE-994A-F38A5C15F627}">
      <dgm:prSet/>
      <dgm:spPr/>
      <dgm:t>
        <a:bodyPr/>
        <a:lstStyle/>
        <a:p>
          <a:endParaRPr lang="en-MY" sz="1200"/>
        </a:p>
      </dgm:t>
    </dgm:pt>
    <dgm:pt modelId="{E55D07F4-E510-496B-9AA6-9FD8FD301214}" type="sibTrans" cxnId="{8095EE79-0C75-45BE-994A-F38A5C15F627}">
      <dgm:prSet/>
      <dgm:spPr/>
      <dgm:t>
        <a:bodyPr/>
        <a:lstStyle/>
        <a:p>
          <a:endParaRPr lang="en-MY" sz="1200"/>
        </a:p>
      </dgm:t>
    </dgm:pt>
    <dgm:pt modelId="{4DC168D9-CA76-46E0-B97C-1944E9A3C9FA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MY" sz="1800" dirty="0"/>
            <a:t>RM QC</a:t>
          </a:r>
        </a:p>
      </dgm:t>
    </dgm:pt>
    <dgm:pt modelId="{6F6AB8C1-A7CB-4AE9-8391-C77F3D426A83}" type="parTrans" cxnId="{BFF21708-CDF8-4359-A9A5-B3540E373436}">
      <dgm:prSet/>
      <dgm:spPr/>
      <dgm:t>
        <a:bodyPr/>
        <a:lstStyle/>
        <a:p>
          <a:endParaRPr lang="en-MY" sz="1200"/>
        </a:p>
      </dgm:t>
    </dgm:pt>
    <dgm:pt modelId="{00537807-333E-44E1-8FEA-BD4E2E9B6ACA}" type="sibTrans" cxnId="{BFF21708-CDF8-4359-A9A5-B3540E373436}">
      <dgm:prSet/>
      <dgm:spPr/>
      <dgm:t>
        <a:bodyPr/>
        <a:lstStyle/>
        <a:p>
          <a:endParaRPr lang="en-MY" sz="1200"/>
        </a:p>
      </dgm:t>
    </dgm:pt>
    <dgm:pt modelId="{4C0B67D4-AC1B-470D-893F-4900B65684BC}">
      <dgm:prSet phldrT="[Text]" phldr="0" custT="1"/>
      <dgm:spPr/>
      <dgm:t>
        <a:bodyPr/>
        <a:lstStyle/>
        <a:p>
          <a:r>
            <a:rPr lang="en-MY" sz="1200" dirty="0"/>
            <a:t>Completed</a:t>
          </a:r>
        </a:p>
      </dgm:t>
    </dgm:pt>
    <dgm:pt modelId="{C4859510-B6C1-4290-B6C1-8B8C3B93FD5A}" type="parTrans" cxnId="{631D667A-CAAA-4F7D-A5EB-2CF396524380}">
      <dgm:prSet/>
      <dgm:spPr/>
      <dgm:t>
        <a:bodyPr/>
        <a:lstStyle/>
        <a:p>
          <a:endParaRPr lang="en-MY" sz="1200"/>
        </a:p>
      </dgm:t>
    </dgm:pt>
    <dgm:pt modelId="{0442E540-4C91-4579-8B59-E08D21D39F1B}" type="sibTrans" cxnId="{631D667A-CAAA-4F7D-A5EB-2CF396524380}">
      <dgm:prSet/>
      <dgm:spPr/>
      <dgm:t>
        <a:bodyPr/>
        <a:lstStyle/>
        <a:p>
          <a:endParaRPr lang="en-MY" sz="1200"/>
        </a:p>
      </dgm:t>
    </dgm:pt>
    <dgm:pt modelId="{7611B410-F26F-4F03-B62D-B73C04BF69DE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MY" sz="1800" dirty="0"/>
            <a:t>PC System</a:t>
          </a:r>
        </a:p>
      </dgm:t>
    </dgm:pt>
    <dgm:pt modelId="{C9F92A06-7A62-4840-B9CA-9A352EF266F1}" type="parTrans" cxnId="{FA53C732-E47B-4BB2-AEC0-E8B95312EF6C}">
      <dgm:prSet/>
      <dgm:spPr/>
      <dgm:t>
        <a:bodyPr/>
        <a:lstStyle/>
        <a:p>
          <a:endParaRPr lang="en-MY" sz="1200"/>
        </a:p>
      </dgm:t>
    </dgm:pt>
    <dgm:pt modelId="{0F357FB7-BFD8-4E24-A2DB-8A05016D500F}" type="sibTrans" cxnId="{FA53C732-E47B-4BB2-AEC0-E8B95312EF6C}">
      <dgm:prSet/>
      <dgm:spPr/>
      <dgm:t>
        <a:bodyPr/>
        <a:lstStyle/>
        <a:p>
          <a:endParaRPr lang="en-MY" sz="1200"/>
        </a:p>
      </dgm:t>
    </dgm:pt>
    <dgm:pt modelId="{5BFBB0F4-60CD-467A-874F-E7B9B8EC8A22}">
      <dgm:prSet phldrT="[Text]" phldr="0" custT="1"/>
      <dgm:spPr/>
      <dgm:t>
        <a:bodyPr/>
        <a:lstStyle/>
        <a:p>
          <a:r>
            <a:rPr lang="en-MY" sz="1200" dirty="0"/>
            <a:t>Test ongoing</a:t>
          </a:r>
        </a:p>
      </dgm:t>
    </dgm:pt>
    <dgm:pt modelId="{7B66B1BB-ABBE-4506-815F-F46C302AC016}" type="parTrans" cxnId="{62AAB7BB-D143-4751-BFE3-ECE30F902845}">
      <dgm:prSet/>
      <dgm:spPr/>
      <dgm:t>
        <a:bodyPr/>
        <a:lstStyle/>
        <a:p>
          <a:endParaRPr lang="en-MY" sz="1200"/>
        </a:p>
      </dgm:t>
    </dgm:pt>
    <dgm:pt modelId="{23CF748F-1A62-4B89-8D19-6E8B2FFE8550}" type="sibTrans" cxnId="{62AAB7BB-D143-4751-BFE3-ECE30F902845}">
      <dgm:prSet/>
      <dgm:spPr/>
      <dgm:t>
        <a:bodyPr/>
        <a:lstStyle/>
        <a:p>
          <a:endParaRPr lang="en-MY" sz="1200"/>
        </a:p>
      </dgm:t>
    </dgm:pt>
    <dgm:pt modelId="{50DE9B7E-E6C8-44B4-941D-A3ADD056944C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MY" sz="1800" dirty="0"/>
            <a:t>QA System</a:t>
          </a:r>
        </a:p>
      </dgm:t>
    </dgm:pt>
    <dgm:pt modelId="{C7A406C4-2476-4EA2-8675-3B352119111C}" type="parTrans" cxnId="{7E722E08-455E-4DC9-BC0F-DBF077C1E4F1}">
      <dgm:prSet/>
      <dgm:spPr/>
      <dgm:t>
        <a:bodyPr/>
        <a:lstStyle/>
        <a:p>
          <a:endParaRPr lang="en-MY" sz="1200"/>
        </a:p>
      </dgm:t>
    </dgm:pt>
    <dgm:pt modelId="{17835285-69BA-4CA3-8BFC-2C6F1D8AE20F}" type="sibTrans" cxnId="{7E722E08-455E-4DC9-BC0F-DBF077C1E4F1}">
      <dgm:prSet/>
      <dgm:spPr/>
      <dgm:t>
        <a:bodyPr/>
        <a:lstStyle/>
        <a:p>
          <a:endParaRPr lang="en-MY" sz="1200"/>
        </a:p>
      </dgm:t>
    </dgm:pt>
    <dgm:pt modelId="{E6033780-0BE6-40F3-B106-0029FDE95202}">
      <dgm:prSet phldrT="[Text]" phldr="0" custT="1"/>
      <dgm:spPr/>
      <dgm:t>
        <a:bodyPr/>
        <a:lstStyle/>
        <a:p>
          <a:r>
            <a:rPr lang="en-MY" sz="1200" dirty="0"/>
            <a:t>Discussion on Buyoff methods and check sheet - Done</a:t>
          </a:r>
        </a:p>
      </dgm:t>
    </dgm:pt>
    <dgm:pt modelId="{CDA906B3-348F-49D3-A0BF-5B77215DC6AF}" type="parTrans" cxnId="{A07CF4F6-0011-4C9F-B4B7-9581FC3BE520}">
      <dgm:prSet/>
      <dgm:spPr/>
      <dgm:t>
        <a:bodyPr/>
        <a:lstStyle/>
        <a:p>
          <a:endParaRPr lang="en-MY" sz="1200"/>
        </a:p>
      </dgm:t>
    </dgm:pt>
    <dgm:pt modelId="{84892F2B-8E53-4B8A-B640-C430EA582D54}" type="sibTrans" cxnId="{A07CF4F6-0011-4C9F-B4B7-9581FC3BE520}">
      <dgm:prSet/>
      <dgm:spPr/>
      <dgm:t>
        <a:bodyPr/>
        <a:lstStyle/>
        <a:p>
          <a:endParaRPr lang="en-MY" sz="1200"/>
        </a:p>
      </dgm:t>
    </dgm:pt>
    <dgm:pt modelId="{642124F9-DA5A-4375-9228-B2614CB8492A}">
      <dgm:prSet phldrT="[Text]" phldr="0" custT="1"/>
      <dgm:spPr/>
      <dgm:t>
        <a:bodyPr/>
        <a:lstStyle/>
        <a:p>
          <a:r>
            <a:rPr lang="en-MY" sz="1200" dirty="0"/>
            <a:t>System Development</a:t>
          </a:r>
        </a:p>
      </dgm:t>
    </dgm:pt>
    <dgm:pt modelId="{E4DF5FE5-1E6E-4273-9387-9D16604EAA41}" type="parTrans" cxnId="{1C0B6D8E-AB68-4D22-BD06-42DB5135BB15}">
      <dgm:prSet/>
      <dgm:spPr/>
      <dgm:t>
        <a:bodyPr/>
        <a:lstStyle/>
        <a:p>
          <a:endParaRPr lang="en-MY" sz="1200"/>
        </a:p>
      </dgm:t>
    </dgm:pt>
    <dgm:pt modelId="{04373738-A7E4-40D4-B930-DEA0A94E1C8D}" type="sibTrans" cxnId="{1C0B6D8E-AB68-4D22-BD06-42DB5135BB15}">
      <dgm:prSet/>
      <dgm:spPr/>
      <dgm:t>
        <a:bodyPr/>
        <a:lstStyle/>
        <a:p>
          <a:endParaRPr lang="en-MY" sz="1200"/>
        </a:p>
      </dgm:t>
    </dgm:pt>
    <dgm:pt modelId="{D713B882-4CD6-4B4C-9693-D22114C33BFD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MY" sz="1800" dirty="0"/>
            <a:t>Packing System</a:t>
          </a:r>
        </a:p>
      </dgm:t>
    </dgm:pt>
    <dgm:pt modelId="{5FA33B0A-81B9-4F6A-8D1A-8342D5ACD6AB}" type="parTrans" cxnId="{3A9A6505-71AB-4385-B7FF-AA42BD07E169}">
      <dgm:prSet/>
      <dgm:spPr/>
      <dgm:t>
        <a:bodyPr/>
        <a:lstStyle/>
        <a:p>
          <a:endParaRPr lang="en-MY" sz="1200"/>
        </a:p>
      </dgm:t>
    </dgm:pt>
    <dgm:pt modelId="{EAA1E0CA-19B1-402C-A5D5-7E0C7EB7972C}" type="sibTrans" cxnId="{3A9A6505-71AB-4385-B7FF-AA42BD07E169}">
      <dgm:prSet/>
      <dgm:spPr/>
      <dgm:t>
        <a:bodyPr/>
        <a:lstStyle/>
        <a:p>
          <a:endParaRPr lang="en-MY" sz="1200"/>
        </a:p>
      </dgm:t>
    </dgm:pt>
    <dgm:pt modelId="{DDEFF2C5-DBBC-40B6-A1E5-E7C4F6F92D08}">
      <dgm:prSet phldrT="[Text]" custT="1"/>
      <dgm:spPr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r>
            <a:rPr lang="en-MY" sz="1200" kern="1200" dirty="0"/>
            <a:t>Discussion on Buyoff check sheet </a:t>
          </a:r>
        </a:p>
      </dgm:t>
    </dgm:pt>
    <dgm:pt modelId="{133A1B57-AFF6-434C-9A16-E7AD49B675EA}" type="parTrans" cxnId="{E9DC3A62-6419-4999-AFF8-EB5565454100}">
      <dgm:prSet/>
      <dgm:spPr/>
      <dgm:t>
        <a:bodyPr/>
        <a:lstStyle/>
        <a:p>
          <a:endParaRPr lang="en-MY" sz="1200"/>
        </a:p>
      </dgm:t>
    </dgm:pt>
    <dgm:pt modelId="{7AC1895B-2FF7-4C51-AC7B-9423AB721CE8}" type="sibTrans" cxnId="{E9DC3A62-6419-4999-AFF8-EB5565454100}">
      <dgm:prSet/>
      <dgm:spPr/>
      <dgm:t>
        <a:bodyPr/>
        <a:lstStyle/>
        <a:p>
          <a:endParaRPr lang="en-MY" sz="1200"/>
        </a:p>
      </dgm:t>
    </dgm:pt>
    <dgm:pt modelId="{BAF1DC5F-F06C-4AE3-8710-433CC017D2F8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MY" sz="1800" dirty="0"/>
            <a:t>System Final Integration</a:t>
          </a:r>
        </a:p>
      </dgm:t>
    </dgm:pt>
    <dgm:pt modelId="{E126B5A0-CDEF-40AE-A359-FCF36051A46B}" type="parTrans" cxnId="{CB74ED14-0C4E-420A-B1BD-26B4AAF3F58E}">
      <dgm:prSet/>
      <dgm:spPr/>
      <dgm:t>
        <a:bodyPr/>
        <a:lstStyle/>
        <a:p>
          <a:endParaRPr lang="en-MY" sz="1600"/>
        </a:p>
      </dgm:t>
    </dgm:pt>
    <dgm:pt modelId="{AEB7EAB5-0C91-4C46-AF5D-5F1D592CDE8D}" type="sibTrans" cxnId="{CB74ED14-0C4E-420A-B1BD-26B4AAF3F58E}">
      <dgm:prSet/>
      <dgm:spPr/>
      <dgm:t>
        <a:bodyPr/>
        <a:lstStyle/>
        <a:p>
          <a:endParaRPr lang="en-MY" sz="1600"/>
        </a:p>
      </dgm:t>
    </dgm:pt>
    <dgm:pt modelId="{300BE4C9-B75B-42B3-A98B-ECCDAD9AF9DB}">
      <dgm:prSet phldrT="[Text]" phldr="0" custT="1"/>
      <dgm:spPr/>
      <dgm:t>
        <a:bodyPr/>
        <a:lstStyle/>
        <a:p>
          <a:r>
            <a:rPr lang="en-MY" sz="1800" dirty="0"/>
            <a:t>System Deployment at MJ</a:t>
          </a:r>
        </a:p>
      </dgm:t>
    </dgm:pt>
    <dgm:pt modelId="{BC032666-2277-4EDC-B22B-40A1770B1026}" type="parTrans" cxnId="{B9231BDB-8E90-467B-85B2-0E8C49F68634}">
      <dgm:prSet/>
      <dgm:spPr/>
      <dgm:t>
        <a:bodyPr/>
        <a:lstStyle/>
        <a:p>
          <a:endParaRPr lang="en-MY" sz="1600"/>
        </a:p>
      </dgm:t>
    </dgm:pt>
    <dgm:pt modelId="{9BD6EACC-49D3-4A6A-B212-3B41EC6AF1EF}" type="sibTrans" cxnId="{B9231BDB-8E90-467B-85B2-0E8C49F68634}">
      <dgm:prSet/>
      <dgm:spPr/>
      <dgm:t>
        <a:bodyPr/>
        <a:lstStyle/>
        <a:p>
          <a:endParaRPr lang="en-MY" sz="1600"/>
        </a:p>
      </dgm:t>
    </dgm:pt>
    <dgm:pt modelId="{1C78D91C-9489-43CE-84C8-D524D3283F5D}">
      <dgm:prSet phldrT="[Text]" phldr="0" custT="1"/>
      <dgm:spPr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Production run and monitoring</a:t>
          </a:r>
        </a:p>
      </dgm:t>
    </dgm:pt>
    <dgm:pt modelId="{D6D9322E-ABF2-4045-B101-11088CDF442B}" type="parTrans" cxnId="{39C50B2E-43A6-4A5D-92A9-9BADC0AB84F2}">
      <dgm:prSet/>
      <dgm:spPr/>
      <dgm:t>
        <a:bodyPr/>
        <a:lstStyle/>
        <a:p>
          <a:endParaRPr lang="en-MY" sz="1600"/>
        </a:p>
      </dgm:t>
    </dgm:pt>
    <dgm:pt modelId="{04ECE3BF-8A94-4292-9B41-17E9763C6D54}" type="sibTrans" cxnId="{39C50B2E-43A6-4A5D-92A9-9BADC0AB84F2}">
      <dgm:prSet/>
      <dgm:spPr/>
      <dgm:t>
        <a:bodyPr/>
        <a:lstStyle/>
        <a:p>
          <a:endParaRPr lang="en-MY" sz="1600"/>
        </a:p>
      </dgm:t>
    </dgm:pt>
    <dgm:pt modelId="{003EDFCE-D2B0-492E-9F61-FE5507F68BDD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MY" sz="1800" dirty="0"/>
            <a:t>Traceability Report</a:t>
          </a:r>
        </a:p>
      </dgm:t>
    </dgm:pt>
    <dgm:pt modelId="{BFA68EEE-1074-4E1C-A2EB-072F72D60726}" type="parTrans" cxnId="{4E98FDCA-D217-4615-9CBA-211EE3AA4432}">
      <dgm:prSet/>
      <dgm:spPr/>
      <dgm:t>
        <a:bodyPr/>
        <a:lstStyle/>
        <a:p>
          <a:endParaRPr lang="en-MY" sz="1600"/>
        </a:p>
      </dgm:t>
    </dgm:pt>
    <dgm:pt modelId="{DDAFB219-536F-43FC-8743-0F9E8F698525}" type="sibTrans" cxnId="{4E98FDCA-D217-4615-9CBA-211EE3AA4432}">
      <dgm:prSet/>
      <dgm:spPr/>
      <dgm:t>
        <a:bodyPr/>
        <a:lstStyle/>
        <a:p>
          <a:endParaRPr lang="en-MY" sz="1600"/>
        </a:p>
      </dgm:t>
    </dgm:pt>
    <dgm:pt modelId="{36E164D6-AA21-4FA9-94BA-8E8D7E22DF4F}">
      <dgm:prSet phldrT="[Text]" phldr="0" custT="1"/>
      <dgm:spPr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System Completion By End Of March 2026</a:t>
          </a:r>
        </a:p>
      </dgm:t>
    </dgm:pt>
    <dgm:pt modelId="{567B1B73-8839-404A-983A-CF95CA461F06}" type="parTrans" cxnId="{7FF15AB5-1DED-4686-BE12-81C14FD830FE}">
      <dgm:prSet/>
      <dgm:spPr/>
      <dgm:t>
        <a:bodyPr/>
        <a:lstStyle/>
        <a:p>
          <a:endParaRPr lang="en-MY" sz="1600"/>
        </a:p>
      </dgm:t>
    </dgm:pt>
    <dgm:pt modelId="{3583C118-8693-4DF0-A4C3-BEFC523F0582}" type="sibTrans" cxnId="{7FF15AB5-1DED-4686-BE12-81C14FD830FE}">
      <dgm:prSet/>
      <dgm:spPr/>
      <dgm:t>
        <a:bodyPr/>
        <a:lstStyle/>
        <a:p>
          <a:endParaRPr lang="en-MY" sz="1600"/>
        </a:p>
      </dgm:t>
    </dgm:pt>
    <dgm:pt modelId="{C537AC15-77CF-4D68-931F-C93840FF689F}">
      <dgm:prSet phldrT="[Text]" phldr="0" custT="1"/>
      <dgm:spPr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Final Testing from Raw Material till Packing list</a:t>
          </a:r>
        </a:p>
      </dgm:t>
    </dgm:pt>
    <dgm:pt modelId="{384A91C6-79C3-43DD-AE2F-EF95774354D8}" type="sibTrans" cxnId="{B47C15DA-9E64-45D8-86AA-EBECDC8F0937}">
      <dgm:prSet/>
      <dgm:spPr/>
      <dgm:t>
        <a:bodyPr/>
        <a:lstStyle/>
        <a:p>
          <a:endParaRPr lang="en-MY" sz="1600"/>
        </a:p>
      </dgm:t>
    </dgm:pt>
    <dgm:pt modelId="{ACF8F1F8-9D9E-43F6-A25E-BB5B7E583FBE}" type="parTrans" cxnId="{B47C15DA-9E64-45D8-86AA-EBECDC8F0937}">
      <dgm:prSet/>
      <dgm:spPr/>
      <dgm:t>
        <a:bodyPr/>
        <a:lstStyle/>
        <a:p>
          <a:endParaRPr lang="en-MY" sz="1600"/>
        </a:p>
      </dgm:t>
    </dgm:pt>
    <dgm:pt modelId="{D92D2846-719D-46CA-9B12-129278D432D9}">
      <dgm:prSet phldrT="[Text]" phldr="0" custT="1"/>
      <dgm:spPr/>
      <dgm:t>
        <a:bodyPr/>
        <a:lstStyle/>
        <a:p>
          <a:r>
            <a:rPr lang="en-MY" sz="1200" dirty="0">
              <a:highlight>
                <a:srgbClr val="FFFF00"/>
              </a:highlight>
            </a:rPr>
            <a:t>Actual running time &amp; Approval screen</a:t>
          </a:r>
        </a:p>
      </dgm:t>
    </dgm:pt>
    <dgm:pt modelId="{8CAE2A21-F37C-4CDE-909A-9147BF0F76A8}" type="parTrans" cxnId="{21E74905-8091-4587-B183-7F560DBE70C4}">
      <dgm:prSet/>
      <dgm:spPr/>
      <dgm:t>
        <a:bodyPr/>
        <a:lstStyle/>
        <a:p>
          <a:endParaRPr lang="en-MY" sz="1600"/>
        </a:p>
      </dgm:t>
    </dgm:pt>
    <dgm:pt modelId="{63EAB01C-20F4-45BF-AD97-964258DEA0C5}" type="sibTrans" cxnId="{21E74905-8091-4587-B183-7F560DBE70C4}">
      <dgm:prSet/>
      <dgm:spPr/>
      <dgm:t>
        <a:bodyPr/>
        <a:lstStyle/>
        <a:p>
          <a:endParaRPr lang="en-MY" sz="1600"/>
        </a:p>
      </dgm:t>
    </dgm:pt>
    <dgm:pt modelId="{4311EAE4-E04D-4E76-BB14-04C44048D1B5}">
      <dgm:prSet phldrT="[Text]" phldr="0" custT="1"/>
      <dgm:spPr/>
      <dgm:t>
        <a:bodyPr/>
        <a:lstStyle/>
        <a:p>
          <a:r>
            <a:rPr lang="en-MY" sz="1200" dirty="0">
              <a:highlight>
                <a:srgbClr val="FFFF00"/>
              </a:highlight>
            </a:rPr>
            <a:t>By zone dashboard display</a:t>
          </a:r>
        </a:p>
      </dgm:t>
    </dgm:pt>
    <dgm:pt modelId="{40C18768-D5A1-4DD9-90A7-EFCFACEE66D3}" type="parTrans" cxnId="{47F8EE51-E5F6-4417-8B3B-69C6AC881330}">
      <dgm:prSet/>
      <dgm:spPr/>
      <dgm:t>
        <a:bodyPr/>
        <a:lstStyle/>
        <a:p>
          <a:endParaRPr lang="en-MY" sz="1600"/>
        </a:p>
      </dgm:t>
    </dgm:pt>
    <dgm:pt modelId="{DB84E158-F176-41D3-8CB3-48F997AC9010}" type="sibTrans" cxnId="{47F8EE51-E5F6-4417-8B3B-69C6AC881330}">
      <dgm:prSet/>
      <dgm:spPr/>
      <dgm:t>
        <a:bodyPr/>
        <a:lstStyle/>
        <a:p>
          <a:endParaRPr lang="en-MY" sz="1600"/>
        </a:p>
      </dgm:t>
    </dgm:pt>
    <dgm:pt modelId="{7F43C01C-D9AA-442E-9390-091D7D2E3D7C}">
      <dgm:prSet phldrT="[Text]" phldr="0" custT="1"/>
      <dgm:spPr/>
      <dgm:t>
        <a:bodyPr/>
        <a:lstStyle/>
        <a:p>
          <a:r>
            <a:rPr lang="en-MY" sz="1200" dirty="0"/>
            <a:t>Integration to final system</a:t>
          </a:r>
        </a:p>
      </dgm:t>
    </dgm:pt>
    <dgm:pt modelId="{F9FADD1B-67B1-4FB6-98DC-1D633519803D}" type="parTrans" cxnId="{7484A0EE-2D40-430A-945E-D95190113D29}">
      <dgm:prSet/>
      <dgm:spPr/>
      <dgm:t>
        <a:bodyPr/>
        <a:lstStyle/>
        <a:p>
          <a:endParaRPr lang="en-MY" sz="1600"/>
        </a:p>
      </dgm:t>
    </dgm:pt>
    <dgm:pt modelId="{97E5B047-9C24-476B-B552-4E345F5CD01C}" type="sibTrans" cxnId="{7484A0EE-2D40-430A-945E-D95190113D29}">
      <dgm:prSet/>
      <dgm:spPr/>
      <dgm:t>
        <a:bodyPr/>
        <a:lstStyle/>
        <a:p>
          <a:endParaRPr lang="en-MY" sz="1600"/>
        </a:p>
      </dgm:t>
    </dgm:pt>
    <dgm:pt modelId="{B8B5743C-0837-472B-8AFB-40EDA4C84D3B}">
      <dgm:prSet phldrT="[Text]" phldr="0" custT="1"/>
      <dgm:spPr/>
      <dgm:t>
        <a:bodyPr/>
        <a:lstStyle/>
        <a:p>
          <a:r>
            <a:rPr lang="en-MY" sz="1200" dirty="0">
              <a:highlight>
                <a:srgbClr val="FFFF00"/>
              </a:highlight>
            </a:rPr>
            <a:t>Inventory report, label printing and final system integration</a:t>
          </a:r>
        </a:p>
      </dgm:t>
    </dgm:pt>
    <dgm:pt modelId="{7E6077CD-CB64-4E3A-8E6E-683A3DBD501D}" type="parTrans" cxnId="{2501BBB2-A57C-4E2E-88FC-E10C8B4A986C}">
      <dgm:prSet/>
      <dgm:spPr/>
      <dgm:t>
        <a:bodyPr/>
        <a:lstStyle/>
        <a:p>
          <a:endParaRPr lang="en-MY" sz="1600"/>
        </a:p>
      </dgm:t>
    </dgm:pt>
    <dgm:pt modelId="{88090776-951D-4312-A706-01FA76F5357D}" type="sibTrans" cxnId="{2501BBB2-A57C-4E2E-88FC-E10C8B4A986C}">
      <dgm:prSet/>
      <dgm:spPr/>
      <dgm:t>
        <a:bodyPr/>
        <a:lstStyle/>
        <a:p>
          <a:endParaRPr lang="en-MY" sz="1600"/>
        </a:p>
      </dgm:t>
    </dgm:pt>
    <dgm:pt modelId="{71EFEEF3-E4BB-4F8C-9832-0C240EC01785}">
      <dgm:prSet custT="1"/>
      <dgm:spPr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System</a:t>
          </a:r>
          <a:r>
            <a:rPr lang="en-MY" sz="1200" kern="1200" dirty="0"/>
            <a:t> </a:t>
          </a: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Development</a:t>
          </a:r>
        </a:p>
      </dgm:t>
    </dgm:pt>
    <dgm:pt modelId="{15122202-220B-4AF0-AAA1-F08F77510950}" type="parTrans" cxnId="{30C98A95-1FD2-4239-8F63-08AA43AD6724}">
      <dgm:prSet/>
      <dgm:spPr/>
      <dgm:t>
        <a:bodyPr/>
        <a:lstStyle/>
        <a:p>
          <a:endParaRPr lang="en-MY" sz="1600"/>
        </a:p>
      </dgm:t>
    </dgm:pt>
    <dgm:pt modelId="{CC4D1C9E-4E2F-44E0-9D1A-EA500A8FDC9F}" type="sibTrans" cxnId="{30C98A95-1FD2-4239-8F63-08AA43AD6724}">
      <dgm:prSet/>
      <dgm:spPr/>
      <dgm:t>
        <a:bodyPr/>
        <a:lstStyle/>
        <a:p>
          <a:endParaRPr lang="en-MY" sz="1600"/>
        </a:p>
      </dgm:t>
    </dgm:pt>
    <dgm:pt modelId="{262073BA-C617-4DF2-BBC0-4E1C3FFCD43F}" type="pres">
      <dgm:prSet presAssocID="{29511514-0CD0-44A9-BB9F-BC4C9A4050CB}" presName="Name0" presStyleCnt="0">
        <dgm:presLayoutVars>
          <dgm:dir/>
          <dgm:animLvl val="lvl"/>
          <dgm:resizeHandles val="exact"/>
        </dgm:presLayoutVars>
      </dgm:prSet>
      <dgm:spPr/>
    </dgm:pt>
    <dgm:pt modelId="{F94384B7-3549-448E-A467-B5F597585CE4}" type="pres">
      <dgm:prSet presAssocID="{0614256A-16BF-4E52-A72B-32392B5A850E}" presName="linNode" presStyleCnt="0"/>
      <dgm:spPr/>
    </dgm:pt>
    <dgm:pt modelId="{4A2743E0-BDAD-4D41-A462-D3FF7380E074}" type="pres">
      <dgm:prSet presAssocID="{0614256A-16BF-4E52-A72B-32392B5A850E}" presName="parentText" presStyleLbl="node1" presStyleIdx="0" presStyleCnt="9">
        <dgm:presLayoutVars>
          <dgm:chMax val="1"/>
          <dgm:bulletEnabled val="1"/>
        </dgm:presLayoutVars>
      </dgm:prSet>
      <dgm:spPr/>
    </dgm:pt>
    <dgm:pt modelId="{FA21022C-36DB-4B9C-838C-8AFFBBAA922C}" type="pres">
      <dgm:prSet presAssocID="{0614256A-16BF-4E52-A72B-32392B5A850E}" presName="descendantText" presStyleLbl="alignAccFollowNode1" presStyleIdx="0" presStyleCnt="9" custLinFactNeighborY="0">
        <dgm:presLayoutVars>
          <dgm:bulletEnabled val="1"/>
        </dgm:presLayoutVars>
      </dgm:prSet>
      <dgm:spPr/>
    </dgm:pt>
    <dgm:pt modelId="{AAF47CA5-3595-4D02-97FE-956DEEE0D43F}" type="pres">
      <dgm:prSet presAssocID="{B1EA6C9F-96E1-4837-B643-55861FCC6024}" presName="sp" presStyleCnt="0"/>
      <dgm:spPr/>
    </dgm:pt>
    <dgm:pt modelId="{ED75EC7E-5A8E-4DD2-92B7-1D2657EAD34C}" type="pres">
      <dgm:prSet presAssocID="{4A1D14EF-509D-4B7C-86BA-7EA2C844E60F}" presName="linNode" presStyleCnt="0"/>
      <dgm:spPr/>
    </dgm:pt>
    <dgm:pt modelId="{803F01E9-D0AE-4798-B4EC-F8D2BD0BDC51}" type="pres">
      <dgm:prSet presAssocID="{4A1D14EF-509D-4B7C-86BA-7EA2C844E60F}" presName="parentText" presStyleLbl="node1" presStyleIdx="1" presStyleCnt="9">
        <dgm:presLayoutVars>
          <dgm:chMax val="1"/>
          <dgm:bulletEnabled val="1"/>
        </dgm:presLayoutVars>
      </dgm:prSet>
      <dgm:spPr/>
    </dgm:pt>
    <dgm:pt modelId="{D27E576B-4257-4E30-B28F-15FCF5DDAE94}" type="pres">
      <dgm:prSet presAssocID="{4A1D14EF-509D-4B7C-86BA-7EA2C844E60F}" presName="descendantText" presStyleLbl="alignAccFollowNode1" presStyleIdx="1" presStyleCnt="9" custScaleY="145925">
        <dgm:presLayoutVars>
          <dgm:bulletEnabled val="1"/>
        </dgm:presLayoutVars>
      </dgm:prSet>
      <dgm:spPr/>
    </dgm:pt>
    <dgm:pt modelId="{815D4A5E-0716-4F0B-873F-3C45A8542A4A}" type="pres">
      <dgm:prSet presAssocID="{BF910505-87F6-4548-83DA-02DD7490F811}" presName="sp" presStyleCnt="0"/>
      <dgm:spPr/>
    </dgm:pt>
    <dgm:pt modelId="{D64A5ECA-8648-4A36-9FBE-31FF594B4D51}" type="pres">
      <dgm:prSet presAssocID="{4DC168D9-CA76-46E0-B97C-1944E9A3C9FA}" presName="linNode" presStyleCnt="0"/>
      <dgm:spPr/>
    </dgm:pt>
    <dgm:pt modelId="{F56DE89B-8EF1-4B46-B88F-DB52587D6021}" type="pres">
      <dgm:prSet presAssocID="{4DC168D9-CA76-46E0-B97C-1944E9A3C9FA}" presName="parentText" presStyleLbl="node1" presStyleIdx="2" presStyleCnt="9">
        <dgm:presLayoutVars>
          <dgm:chMax val="1"/>
          <dgm:bulletEnabled val="1"/>
        </dgm:presLayoutVars>
      </dgm:prSet>
      <dgm:spPr/>
    </dgm:pt>
    <dgm:pt modelId="{550C52D1-7AC5-4366-A5FF-63389EB3991F}" type="pres">
      <dgm:prSet presAssocID="{4DC168D9-CA76-46E0-B97C-1944E9A3C9FA}" presName="descendantText" presStyleLbl="alignAccFollowNode1" presStyleIdx="2" presStyleCnt="9">
        <dgm:presLayoutVars>
          <dgm:bulletEnabled val="1"/>
        </dgm:presLayoutVars>
      </dgm:prSet>
      <dgm:spPr/>
    </dgm:pt>
    <dgm:pt modelId="{A145D306-4BD2-49C4-B984-40F1F1A81A32}" type="pres">
      <dgm:prSet presAssocID="{00537807-333E-44E1-8FEA-BD4E2E9B6ACA}" presName="sp" presStyleCnt="0"/>
      <dgm:spPr/>
    </dgm:pt>
    <dgm:pt modelId="{EF595EA8-706E-4694-B9AE-24D64A07344F}" type="pres">
      <dgm:prSet presAssocID="{7611B410-F26F-4F03-B62D-B73C04BF69DE}" presName="linNode" presStyleCnt="0"/>
      <dgm:spPr/>
    </dgm:pt>
    <dgm:pt modelId="{6007FA6A-E397-4A34-A166-D00DB143DCCD}" type="pres">
      <dgm:prSet presAssocID="{7611B410-F26F-4F03-B62D-B73C04BF69DE}" presName="parentText" presStyleLbl="node1" presStyleIdx="3" presStyleCnt="9">
        <dgm:presLayoutVars>
          <dgm:chMax val="1"/>
          <dgm:bulletEnabled val="1"/>
        </dgm:presLayoutVars>
      </dgm:prSet>
      <dgm:spPr/>
    </dgm:pt>
    <dgm:pt modelId="{3785A823-8E9D-4971-A4AC-109A8690B525}" type="pres">
      <dgm:prSet presAssocID="{7611B410-F26F-4F03-B62D-B73C04BF69DE}" presName="descendantText" presStyleLbl="alignAccFollowNode1" presStyleIdx="3" presStyleCnt="9" custScaleY="157844">
        <dgm:presLayoutVars>
          <dgm:bulletEnabled val="1"/>
        </dgm:presLayoutVars>
      </dgm:prSet>
      <dgm:spPr/>
    </dgm:pt>
    <dgm:pt modelId="{83505BE5-72D6-413A-B4A6-3DC267BE7C5D}" type="pres">
      <dgm:prSet presAssocID="{0F357FB7-BFD8-4E24-A2DB-8A05016D500F}" presName="sp" presStyleCnt="0"/>
      <dgm:spPr/>
    </dgm:pt>
    <dgm:pt modelId="{931846EA-4466-47C4-BDD8-EA9240F1DB20}" type="pres">
      <dgm:prSet presAssocID="{50DE9B7E-E6C8-44B4-941D-A3ADD056944C}" presName="linNode" presStyleCnt="0"/>
      <dgm:spPr/>
    </dgm:pt>
    <dgm:pt modelId="{40D5FAD4-CF36-4FBA-A551-32DF0C59E4AC}" type="pres">
      <dgm:prSet presAssocID="{50DE9B7E-E6C8-44B4-941D-A3ADD056944C}" presName="parentText" presStyleLbl="node1" presStyleIdx="4" presStyleCnt="9">
        <dgm:presLayoutVars>
          <dgm:chMax val="1"/>
          <dgm:bulletEnabled val="1"/>
        </dgm:presLayoutVars>
      </dgm:prSet>
      <dgm:spPr/>
    </dgm:pt>
    <dgm:pt modelId="{1C879EC4-E239-4E19-B5E9-5510B8096D98}" type="pres">
      <dgm:prSet presAssocID="{50DE9B7E-E6C8-44B4-941D-A3ADD056944C}" presName="descendantText" presStyleLbl="alignAccFollowNode1" presStyleIdx="4" presStyleCnt="9" custScaleY="135586" custLinFactNeighborY="7680">
        <dgm:presLayoutVars>
          <dgm:bulletEnabled val="1"/>
        </dgm:presLayoutVars>
      </dgm:prSet>
      <dgm:spPr/>
    </dgm:pt>
    <dgm:pt modelId="{EB64A9FA-9B73-47A3-81DA-364E9850C9A6}" type="pres">
      <dgm:prSet presAssocID="{17835285-69BA-4CA3-8BFC-2C6F1D8AE20F}" presName="sp" presStyleCnt="0"/>
      <dgm:spPr/>
    </dgm:pt>
    <dgm:pt modelId="{33F6826F-70E5-4582-BC49-589A2F8CDD06}" type="pres">
      <dgm:prSet presAssocID="{D713B882-4CD6-4B4C-9693-D22114C33BFD}" presName="linNode" presStyleCnt="0"/>
      <dgm:spPr/>
    </dgm:pt>
    <dgm:pt modelId="{B3EC758B-29CE-42EB-8D9B-863C4BC75814}" type="pres">
      <dgm:prSet presAssocID="{D713B882-4CD6-4B4C-9693-D22114C33BFD}" presName="parentText" presStyleLbl="node1" presStyleIdx="5" presStyleCnt="9">
        <dgm:presLayoutVars>
          <dgm:chMax val="1"/>
          <dgm:bulletEnabled val="1"/>
        </dgm:presLayoutVars>
      </dgm:prSet>
      <dgm:spPr/>
    </dgm:pt>
    <dgm:pt modelId="{72D4A0C7-09AF-4C72-8681-D75340F8504F}" type="pres">
      <dgm:prSet presAssocID="{D713B882-4CD6-4B4C-9693-D22114C33BFD}" presName="descendantText" presStyleLbl="alignAccFollowNode1" presStyleIdx="5" presStyleCnt="9">
        <dgm:presLayoutVars>
          <dgm:bulletEnabled val="1"/>
        </dgm:presLayoutVars>
      </dgm:prSet>
      <dgm:spPr>
        <a:xfrm rot="5400000">
          <a:off x="3618132" y="1653774"/>
          <a:ext cx="447970" cy="3616110"/>
        </a:xfrm>
        <a:prstGeom prst="round2SameRect">
          <a:avLst/>
        </a:prstGeom>
      </dgm:spPr>
    </dgm:pt>
    <dgm:pt modelId="{366939C3-7A83-4411-A016-DEBFED5CCFEC}" type="pres">
      <dgm:prSet presAssocID="{EAA1E0CA-19B1-402C-A5D5-7E0C7EB7972C}" presName="sp" presStyleCnt="0"/>
      <dgm:spPr/>
    </dgm:pt>
    <dgm:pt modelId="{E77FA2B5-D5A9-4102-93DB-62D9F9A5EC72}" type="pres">
      <dgm:prSet presAssocID="{BAF1DC5F-F06C-4AE3-8710-433CC017D2F8}" presName="linNode" presStyleCnt="0"/>
      <dgm:spPr/>
    </dgm:pt>
    <dgm:pt modelId="{2EF353C4-085E-41D4-8191-DEA8C9DE4A14}" type="pres">
      <dgm:prSet presAssocID="{BAF1DC5F-F06C-4AE3-8710-433CC017D2F8}" presName="parentText" presStyleLbl="node1" presStyleIdx="6" presStyleCnt="9">
        <dgm:presLayoutVars>
          <dgm:chMax val="1"/>
          <dgm:bulletEnabled val="1"/>
        </dgm:presLayoutVars>
      </dgm:prSet>
      <dgm:spPr/>
    </dgm:pt>
    <dgm:pt modelId="{01537105-6085-476D-8202-A020C71BF847}" type="pres">
      <dgm:prSet presAssocID="{BAF1DC5F-F06C-4AE3-8710-433CC017D2F8}" presName="descendantText" presStyleLbl="alignAccFollowNode1" presStyleIdx="6" presStyleCnt="9">
        <dgm:presLayoutVars>
          <dgm:bulletEnabled val="1"/>
        </dgm:presLayoutVars>
      </dgm:prSet>
      <dgm:spPr>
        <a:xfrm rot="5400000">
          <a:off x="3607914" y="2174944"/>
          <a:ext cx="468406" cy="3616110"/>
        </a:xfrm>
        <a:prstGeom prst="round2SameRect">
          <a:avLst/>
        </a:prstGeom>
      </dgm:spPr>
    </dgm:pt>
    <dgm:pt modelId="{40A8BCC3-A589-4D66-A034-AED9E1C4E533}" type="pres">
      <dgm:prSet presAssocID="{AEB7EAB5-0C91-4C46-AF5D-5F1D592CDE8D}" presName="sp" presStyleCnt="0"/>
      <dgm:spPr/>
    </dgm:pt>
    <dgm:pt modelId="{F0AAEA84-5723-44D4-B150-46529693DDE5}" type="pres">
      <dgm:prSet presAssocID="{300BE4C9-B75B-42B3-A98B-ECCDAD9AF9DB}" presName="linNode" presStyleCnt="0"/>
      <dgm:spPr/>
    </dgm:pt>
    <dgm:pt modelId="{617806A7-46B0-4410-9912-B01218EA53A6}" type="pres">
      <dgm:prSet presAssocID="{300BE4C9-B75B-42B3-A98B-ECCDAD9AF9DB}" presName="parentText" presStyleLbl="node1" presStyleIdx="7" presStyleCnt="9">
        <dgm:presLayoutVars>
          <dgm:chMax val="1"/>
          <dgm:bulletEnabled val="1"/>
        </dgm:presLayoutVars>
      </dgm:prSet>
      <dgm:spPr/>
    </dgm:pt>
    <dgm:pt modelId="{F102A290-7D24-4C6E-B0F4-C5665A326264}" type="pres">
      <dgm:prSet presAssocID="{300BE4C9-B75B-42B3-A98B-ECCDAD9AF9DB}" presName="descendantText" presStyleLbl="alignAccFollowNode1" presStyleIdx="7" presStyleCnt="9">
        <dgm:presLayoutVars>
          <dgm:bulletEnabled val="1"/>
        </dgm:presLayoutVars>
      </dgm:prSet>
      <dgm:spPr>
        <a:xfrm rot="5400000">
          <a:off x="3607914" y="2789728"/>
          <a:ext cx="468406" cy="3616110"/>
        </a:xfrm>
        <a:prstGeom prst="round2SameRect">
          <a:avLst/>
        </a:prstGeom>
      </dgm:spPr>
    </dgm:pt>
    <dgm:pt modelId="{F3C534A4-A1F2-45C0-B1C1-9ED1EEB09F72}" type="pres">
      <dgm:prSet presAssocID="{9BD6EACC-49D3-4A6A-B212-3B41EC6AF1EF}" presName="sp" presStyleCnt="0"/>
      <dgm:spPr/>
    </dgm:pt>
    <dgm:pt modelId="{D64A3CEA-038C-4A4E-8E4A-D8A2B1C8CBF4}" type="pres">
      <dgm:prSet presAssocID="{003EDFCE-D2B0-492E-9F61-FE5507F68BDD}" presName="linNode" presStyleCnt="0"/>
      <dgm:spPr/>
    </dgm:pt>
    <dgm:pt modelId="{B9CDF3AA-0AD7-4726-958D-9A5AE472DE0C}" type="pres">
      <dgm:prSet presAssocID="{003EDFCE-D2B0-492E-9F61-FE5507F68BDD}" presName="parentText" presStyleLbl="node1" presStyleIdx="8" presStyleCnt="9">
        <dgm:presLayoutVars>
          <dgm:chMax val="1"/>
          <dgm:bulletEnabled val="1"/>
        </dgm:presLayoutVars>
      </dgm:prSet>
      <dgm:spPr/>
    </dgm:pt>
    <dgm:pt modelId="{0E543AE2-0F16-4EFD-A978-AADE8D6E695C}" type="pres">
      <dgm:prSet presAssocID="{003EDFCE-D2B0-492E-9F61-FE5507F68BDD}" presName="descendantText" presStyleLbl="alignAccFollowNode1" presStyleIdx="8" presStyleCnt="9">
        <dgm:presLayoutVars>
          <dgm:bulletEnabled val="1"/>
        </dgm:presLayoutVars>
      </dgm:prSet>
      <dgm:spPr>
        <a:xfrm rot="5400000">
          <a:off x="3607914" y="3404511"/>
          <a:ext cx="468406" cy="3616110"/>
        </a:xfrm>
        <a:prstGeom prst="round2SameRect">
          <a:avLst/>
        </a:prstGeom>
      </dgm:spPr>
    </dgm:pt>
  </dgm:ptLst>
  <dgm:cxnLst>
    <dgm:cxn modelId="{E569E404-ADE9-42A6-A21E-11E9751DAB8B}" type="presOf" srcId="{300BE4C9-B75B-42B3-A98B-ECCDAD9AF9DB}" destId="{617806A7-46B0-4410-9912-B01218EA53A6}" srcOrd="0" destOrd="0" presId="urn:microsoft.com/office/officeart/2005/8/layout/vList5"/>
    <dgm:cxn modelId="{3A9A6505-71AB-4385-B7FF-AA42BD07E169}" srcId="{29511514-0CD0-44A9-BB9F-BC4C9A4050CB}" destId="{D713B882-4CD6-4B4C-9693-D22114C33BFD}" srcOrd="5" destOrd="0" parTransId="{5FA33B0A-81B9-4F6A-8D1A-8342D5ACD6AB}" sibTransId="{EAA1E0CA-19B1-402C-A5D5-7E0C7EB7972C}"/>
    <dgm:cxn modelId="{21E74905-8091-4587-B183-7F560DBE70C4}" srcId="{0614256A-16BF-4E52-A72B-32392B5A850E}" destId="{D92D2846-719D-46CA-9B12-129278D432D9}" srcOrd="1" destOrd="0" parTransId="{8CAE2A21-F37C-4CDE-909A-9147BF0F76A8}" sibTransId="{63EAB01C-20F4-45BF-AD97-964258DEA0C5}"/>
    <dgm:cxn modelId="{BFF21708-CDF8-4359-A9A5-B3540E373436}" srcId="{29511514-0CD0-44A9-BB9F-BC4C9A4050CB}" destId="{4DC168D9-CA76-46E0-B97C-1944E9A3C9FA}" srcOrd="2" destOrd="0" parTransId="{6F6AB8C1-A7CB-4AE9-8391-C77F3D426A83}" sibTransId="{00537807-333E-44E1-8FEA-BD4E2E9B6ACA}"/>
    <dgm:cxn modelId="{7E722E08-455E-4DC9-BC0F-DBF077C1E4F1}" srcId="{29511514-0CD0-44A9-BB9F-BC4C9A4050CB}" destId="{50DE9B7E-E6C8-44B4-941D-A3ADD056944C}" srcOrd="4" destOrd="0" parTransId="{C7A406C4-2476-4EA2-8675-3B352119111C}" sibTransId="{17835285-69BA-4CA3-8BFC-2C6F1D8AE20F}"/>
    <dgm:cxn modelId="{C4190A0A-FD1B-43DB-8ABF-0C2EA8C11A33}" type="presOf" srcId="{4DC168D9-CA76-46E0-B97C-1944E9A3C9FA}" destId="{F56DE89B-8EF1-4B46-B88F-DB52587D6021}" srcOrd="0" destOrd="0" presId="urn:microsoft.com/office/officeart/2005/8/layout/vList5"/>
    <dgm:cxn modelId="{EE26EB0B-32F9-4BD0-89CD-0C0A43AEF07E}" type="presOf" srcId="{31191FA3-474B-4785-9E6F-5E0F41708A3A}" destId="{FA21022C-36DB-4B9C-838C-8AFFBBAA922C}" srcOrd="0" destOrd="0" presId="urn:microsoft.com/office/officeart/2005/8/layout/vList5"/>
    <dgm:cxn modelId="{CB74ED14-0C4E-420A-B1BD-26B4AAF3F58E}" srcId="{29511514-0CD0-44A9-BB9F-BC4C9A4050CB}" destId="{BAF1DC5F-F06C-4AE3-8710-433CC017D2F8}" srcOrd="6" destOrd="0" parTransId="{E126B5A0-CDEF-40AE-A359-FCF36051A46B}" sibTransId="{AEB7EAB5-0C91-4C46-AF5D-5F1D592CDE8D}"/>
    <dgm:cxn modelId="{6112CA23-BE73-4B17-BE04-8AE700B88DD7}" type="presOf" srcId="{A1D38BC3-A585-4F35-9D67-12EC2BA6ED86}" destId="{D27E576B-4257-4E30-B28F-15FCF5DDAE94}" srcOrd="0" destOrd="1" presId="urn:microsoft.com/office/officeart/2005/8/layout/vList5"/>
    <dgm:cxn modelId="{39C50B2E-43A6-4A5D-92A9-9BADC0AB84F2}" srcId="{300BE4C9-B75B-42B3-A98B-ECCDAD9AF9DB}" destId="{1C78D91C-9489-43CE-84C8-D524D3283F5D}" srcOrd="0" destOrd="0" parTransId="{D6D9322E-ABF2-4045-B101-11088CDF442B}" sibTransId="{04ECE3BF-8A94-4292-9B41-17E9763C6D54}"/>
    <dgm:cxn modelId="{FA53C732-E47B-4BB2-AEC0-E8B95312EF6C}" srcId="{29511514-0CD0-44A9-BB9F-BC4C9A4050CB}" destId="{7611B410-F26F-4F03-B62D-B73C04BF69DE}" srcOrd="3" destOrd="0" parTransId="{C9F92A06-7A62-4840-B9CA-9A352EF266F1}" sibTransId="{0F357FB7-BFD8-4E24-A2DB-8A05016D500F}"/>
    <dgm:cxn modelId="{329AFC34-CA71-442B-A540-388695CBF96C}" type="presOf" srcId="{BAF1DC5F-F06C-4AE3-8710-433CC017D2F8}" destId="{2EF353C4-085E-41D4-8191-DEA8C9DE4A14}" srcOrd="0" destOrd="0" presId="urn:microsoft.com/office/officeart/2005/8/layout/vList5"/>
    <dgm:cxn modelId="{2A52E037-5EB8-4D66-A91A-9628CDAB9933}" type="presOf" srcId="{D713B882-4CD6-4B4C-9693-D22114C33BFD}" destId="{B3EC758B-29CE-42EB-8D9B-863C4BC75814}" srcOrd="0" destOrd="0" presId="urn:microsoft.com/office/officeart/2005/8/layout/vList5"/>
    <dgm:cxn modelId="{95AB405C-57B6-4E4C-B2E3-BCD387A18ABB}" type="presOf" srcId="{5BFBB0F4-60CD-467A-874F-E7B9B8EC8A22}" destId="{3785A823-8E9D-4971-A4AC-109A8690B525}" srcOrd="0" destOrd="0" presId="urn:microsoft.com/office/officeart/2005/8/layout/vList5"/>
    <dgm:cxn modelId="{E9DC3A62-6419-4999-AFF8-EB5565454100}" srcId="{D713B882-4CD6-4B4C-9693-D22114C33BFD}" destId="{DDEFF2C5-DBBC-40B6-A1E5-E7C4F6F92D08}" srcOrd="0" destOrd="0" parTransId="{133A1B57-AFF6-434C-9A16-E7AD49B675EA}" sibTransId="{7AC1895B-2FF7-4C51-AC7B-9423AB721CE8}"/>
    <dgm:cxn modelId="{802BF142-6892-4CB4-A163-91D3F3B308E0}" type="presOf" srcId="{C537AC15-77CF-4D68-931F-C93840FF689F}" destId="{01537105-6085-476D-8202-A020C71BF847}" srcOrd="0" destOrd="0" presId="urn:microsoft.com/office/officeart/2005/8/layout/vList5"/>
    <dgm:cxn modelId="{EA4F1644-94CA-44B8-B6A3-A3D806234FB7}" type="presOf" srcId="{36E164D6-AA21-4FA9-94BA-8E8D7E22DF4F}" destId="{0E543AE2-0F16-4EFD-A978-AADE8D6E695C}" srcOrd="0" destOrd="0" presId="urn:microsoft.com/office/officeart/2005/8/layout/vList5"/>
    <dgm:cxn modelId="{85CCE566-FB39-4A36-8823-FEEE6ADB8EAA}" type="presOf" srcId="{3F11A2F7-B8C4-49A1-825C-7EBE12383C4F}" destId="{D27E576B-4257-4E30-B28F-15FCF5DDAE94}" srcOrd="0" destOrd="0" presId="urn:microsoft.com/office/officeart/2005/8/layout/vList5"/>
    <dgm:cxn modelId="{EED2A267-A99C-4ADB-BF02-1D26208748D2}" type="presOf" srcId="{DDEFF2C5-DBBC-40B6-A1E5-E7C4F6F92D08}" destId="{72D4A0C7-09AF-4C72-8681-D75340F8504F}" srcOrd="0" destOrd="0" presId="urn:microsoft.com/office/officeart/2005/8/layout/vList5"/>
    <dgm:cxn modelId="{24F5AC47-D99A-454C-9F5F-C5DA93C08983}" type="presOf" srcId="{1C78D91C-9489-43CE-84C8-D524D3283F5D}" destId="{F102A290-7D24-4C6E-B0F4-C5665A326264}" srcOrd="0" destOrd="0" presId="urn:microsoft.com/office/officeart/2005/8/layout/vList5"/>
    <dgm:cxn modelId="{31ADA34A-1A51-485B-89FA-FBC32D1FDC83}" type="presOf" srcId="{4311EAE4-E04D-4E76-BB14-04C44048D1B5}" destId="{D27E576B-4257-4E30-B28F-15FCF5DDAE94}" srcOrd="0" destOrd="2" presId="urn:microsoft.com/office/officeart/2005/8/layout/vList5"/>
    <dgm:cxn modelId="{0774586D-D59F-483C-AFF0-0E3EE8F70A3B}" srcId="{0614256A-16BF-4E52-A72B-32392B5A850E}" destId="{31191FA3-474B-4785-9E6F-5E0F41708A3A}" srcOrd="0" destOrd="0" parTransId="{70EF486B-A231-4C4A-9EB7-17533D26840A}" sibTransId="{1305C743-56B5-4D33-9448-14540B167141}"/>
    <dgm:cxn modelId="{47F8EE51-E5F6-4417-8B3B-69C6AC881330}" srcId="{4A1D14EF-509D-4B7C-86BA-7EA2C844E60F}" destId="{4311EAE4-E04D-4E76-BB14-04C44048D1B5}" srcOrd="2" destOrd="0" parTransId="{40C18768-D5A1-4DD9-90A7-EFCFACEE66D3}" sibTransId="{DB84E158-F176-41D3-8CB3-48F997AC9010}"/>
    <dgm:cxn modelId="{8095EE79-0C75-45BE-994A-F38A5C15F627}" srcId="{4A1D14EF-509D-4B7C-86BA-7EA2C844E60F}" destId="{A1D38BC3-A585-4F35-9D67-12EC2BA6ED86}" srcOrd="1" destOrd="0" parTransId="{D946B166-4C2E-4E44-933C-268F504E1D9C}" sibTransId="{E55D07F4-E510-496B-9AA6-9FD8FD301214}"/>
    <dgm:cxn modelId="{631D667A-CAAA-4F7D-A5EB-2CF396524380}" srcId="{4DC168D9-CA76-46E0-B97C-1944E9A3C9FA}" destId="{4C0B67D4-AC1B-470D-893F-4900B65684BC}" srcOrd="0" destOrd="0" parTransId="{C4859510-B6C1-4290-B6C1-8B8C3B93FD5A}" sibTransId="{0442E540-4C91-4579-8B59-E08D21D39F1B}"/>
    <dgm:cxn modelId="{2F38807E-1392-4BCE-B748-23F5B43B3DF8}" type="presOf" srcId="{7F43C01C-D9AA-442E-9390-091D7D2E3D7C}" destId="{550C52D1-7AC5-4366-A5FF-63389EB3991F}" srcOrd="0" destOrd="1" presId="urn:microsoft.com/office/officeart/2005/8/layout/vList5"/>
    <dgm:cxn modelId="{8FCFD182-88CF-4223-AB1A-61AA44931E44}" srcId="{29511514-0CD0-44A9-BB9F-BC4C9A4050CB}" destId="{0614256A-16BF-4E52-A72B-32392B5A850E}" srcOrd="0" destOrd="0" parTransId="{2C7C5810-33E4-42FC-B336-24A2D87B1832}" sibTransId="{B1EA6C9F-96E1-4837-B643-55861FCC6024}"/>
    <dgm:cxn modelId="{BE41398D-020E-473D-9134-A03E407758A7}" type="presOf" srcId="{E6033780-0BE6-40F3-B106-0029FDE95202}" destId="{1C879EC4-E239-4E19-B5E9-5510B8096D98}" srcOrd="0" destOrd="0" presId="urn:microsoft.com/office/officeart/2005/8/layout/vList5"/>
    <dgm:cxn modelId="{1C0B6D8E-AB68-4D22-BD06-42DB5135BB15}" srcId="{50DE9B7E-E6C8-44B4-941D-A3ADD056944C}" destId="{642124F9-DA5A-4375-9228-B2614CB8492A}" srcOrd="1" destOrd="0" parTransId="{E4DF5FE5-1E6E-4273-9387-9D16604EAA41}" sibTransId="{04373738-A7E4-40D4-B930-DEA0A94E1C8D}"/>
    <dgm:cxn modelId="{D989948F-AE95-4B96-A450-4D7B896E5ADF}" type="presOf" srcId="{0614256A-16BF-4E52-A72B-32392B5A850E}" destId="{4A2743E0-BDAD-4D41-A462-D3FF7380E074}" srcOrd="0" destOrd="0" presId="urn:microsoft.com/office/officeart/2005/8/layout/vList5"/>
    <dgm:cxn modelId="{B71E5392-90A8-4F2E-913A-BBBD693D3040}" type="presOf" srcId="{003EDFCE-D2B0-492E-9F61-FE5507F68BDD}" destId="{B9CDF3AA-0AD7-4726-958D-9A5AE472DE0C}" srcOrd="0" destOrd="0" presId="urn:microsoft.com/office/officeart/2005/8/layout/vList5"/>
    <dgm:cxn modelId="{52FFBF92-F91D-4D15-AC72-32916EA567C7}" type="presOf" srcId="{642124F9-DA5A-4375-9228-B2614CB8492A}" destId="{1C879EC4-E239-4E19-B5E9-5510B8096D98}" srcOrd="0" destOrd="1" presId="urn:microsoft.com/office/officeart/2005/8/layout/vList5"/>
    <dgm:cxn modelId="{30C98A95-1FD2-4239-8F63-08AA43AD6724}" srcId="{D713B882-4CD6-4B4C-9693-D22114C33BFD}" destId="{71EFEEF3-E4BB-4F8C-9832-0C240EC01785}" srcOrd="1" destOrd="0" parTransId="{15122202-220B-4AF0-AAA1-F08F77510950}" sibTransId="{CC4D1C9E-4E2F-44E0-9D1A-EA500A8FDC9F}"/>
    <dgm:cxn modelId="{2F874B96-4134-423D-9297-280C7CDF5D94}" type="presOf" srcId="{B8B5743C-0837-472B-8AFB-40EDA4C84D3B}" destId="{3785A823-8E9D-4971-A4AC-109A8690B525}" srcOrd="0" destOrd="1" presId="urn:microsoft.com/office/officeart/2005/8/layout/vList5"/>
    <dgm:cxn modelId="{A66F749F-ED92-4275-A0A5-E976D840D066}" type="presOf" srcId="{71EFEEF3-E4BB-4F8C-9832-0C240EC01785}" destId="{72D4A0C7-09AF-4C72-8681-D75340F8504F}" srcOrd="0" destOrd="1" presId="urn:microsoft.com/office/officeart/2005/8/layout/vList5"/>
    <dgm:cxn modelId="{2501BBB2-A57C-4E2E-88FC-E10C8B4A986C}" srcId="{7611B410-F26F-4F03-B62D-B73C04BF69DE}" destId="{B8B5743C-0837-472B-8AFB-40EDA4C84D3B}" srcOrd="1" destOrd="0" parTransId="{7E6077CD-CB64-4E3A-8E6E-683A3DBD501D}" sibTransId="{88090776-951D-4312-A706-01FA76F5357D}"/>
    <dgm:cxn modelId="{7FF15AB5-1DED-4686-BE12-81C14FD830FE}" srcId="{003EDFCE-D2B0-492E-9F61-FE5507F68BDD}" destId="{36E164D6-AA21-4FA9-94BA-8E8D7E22DF4F}" srcOrd="0" destOrd="0" parTransId="{567B1B73-8839-404A-983A-CF95CA461F06}" sibTransId="{3583C118-8693-4DF0-A4C3-BEFC523F0582}"/>
    <dgm:cxn modelId="{62AAB7BB-D143-4751-BFE3-ECE30F902845}" srcId="{7611B410-F26F-4F03-B62D-B73C04BF69DE}" destId="{5BFBB0F4-60CD-467A-874F-E7B9B8EC8A22}" srcOrd="0" destOrd="0" parTransId="{7B66B1BB-ABBE-4506-815F-F46C302AC016}" sibTransId="{23CF748F-1A62-4B89-8D19-6E8B2FFE8550}"/>
    <dgm:cxn modelId="{867917C1-A370-4F5B-9F01-61D754B66F32}" type="presOf" srcId="{50DE9B7E-E6C8-44B4-941D-A3ADD056944C}" destId="{40D5FAD4-CF36-4FBA-A551-32DF0C59E4AC}" srcOrd="0" destOrd="0" presId="urn:microsoft.com/office/officeart/2005/8/layout/vList5"/>
    <dgm:cxn modelId="{BAF7A4C7-ADB7-49D3-87F4-C287B291A083}" type="presOf" srcId="{29511514-0CD0-44A9-BB9F-BC4C9A4050CB}" destId="{262073BA-C617-4DF2-BBC0-4E1C3FFCD43F}" srcOrd="0" destOrd="0" presId="urn:microsoft.com/office/officeart/2005/8/layout/vList5"/>
    <dgm:cxn modelId="{EB8436CA-884F-475F-8BA6-FF67943E89DF}" type="presOf" srcId="{D92D2846-719D-46CA-9B12-129278D432D9}" destId="{FA21022C-36DB-4B9C-838C-8AFFBBAA922C}" srcOrd="0" destOrd="1" presId="urn:microsoft.com/office/officeart/2005/8/layout/vList5"/>
    <dgm:cxn modelId="{4E98FDCA-D217-4615-9CBA-211EE3AA4432}" srcId="{29511514-0CD0-44A9-BB9F-BC4C9A4050CB}" destId="{003EDFCE-D2B0-492E-9F61-FE5507F68BDD}" srcOrd="8" destOrd="0" parTransId="{BFA68EEE-1074-4E1C-A2EB-072F72D60726}" sibTransId="{DDAFB219-536F-43FC-8743-0F9E8F698525}"/>
    <dgm:cxn modelId="{B47C15DA-9E64-45D8-86AA-EBECDC8F0937}" srcId="{BAF1DC5F-F06C-4AE3-8710-433CC017D2F8}" destId="{C537AC15-77CF-4D68-931F-C93840FF689F}" srcOrd="0" destOrd="0" parTransId="{ACF8F1F8-9D9E-43F6-A25E-BB5B7E583FBE}" sibTransId="{384A91C6-79C3-43DD-AE2F-EF95774354D8}"/>
    <dgm:cxn modelId="{B9231BDB-8E90-467B-85B2-0E8C49F68634}" srcId="{29511514-0CD0-44A9-BB9F-BC4C9A4050CB}" destId="{300BE4C9-B75B-42B3-A98B-ECCDAD9AF9DB}" srcOrd="7" destOrd="0" parTransId="{BC032666-2277-4EDC-B22B-40A1770B1026}" sibTransId="{9BD6EACC-49D3-4A6A-B212-3B41EC6AF1EF}"/>
    <dgm:cxn modelId="{5123E7E9-A701-4B6C-8ECF-5F4AE6B30B8B}" type="presOf" srcId="{7611B410-F26F-4F03-B62D-B73C04BF69DE}" destId="{6007FA6A-E397-4A34-A166-D00DB143DCCD}" srcOrd="0" destOrd="0" presId="urn:microsoft.com/office/officeart/2005/8/layout/vList5"/>
    <dgm:cxn modelId="{AFA2D6EB-7347-44E1-8489-847C98C1C268}" type="presOf" srcId="{4C0B67D4-AC1B-470D-893F-4900B65684BC}" destId="{550C52D1-7AC5-4366-A5FF-63389EB3991F}" srcOrd="0" destOrd="0" presId="urn:microsoft.com/office/officeart/2005/8/layout/vList5"/>
    <dgm:cxn modelId="{7484A0EE-2D40-430A-945E-D95190113D29}" srcId="{4DC168D9-CA76-46E0-B97C-1944E9A3C9FA}" destId="{7F43C01C-D9AA-442E-9390-091D7D2E3D7C}" srcOrd="1" destOrd="0" parTransId="{F9FADD1B-67B1-4FB6-98DC-1D633519803D}" sibTransId="{97E5B047-9C24-476B-B552-4E345F5CD01C}"/>
    <dgm:cxn modelId="{99AD6AF2-8320-4C34-B27F-1B886AAE8DF4}" srcId="{29511514-0CD0-44A9-BB9F-BC4C9A4050CB}" destId="{4A1D14EF-509D-4B7C-86BA-7EA2C844E60F}" srcOrd="1" destOrd="0" parTransId="{B07AA416-7945-4774-97D1-E7AD1A5CEE10}" sibTransId="{BF910505-87F6-4548-83DA-02DD7490F811}"/>
    <dgm:cxn modelId="{717716F6-8C0F-4222-8745-EE81D52A3897}" type="presOf" srcId="{4A1D14EF-509D-4B7C-86BA-7EA2C844E60F}" destId="{803F01E9-D0AE-4798-B4EC-F8D2BD0BDC51}" srcOrd="0" destOrd="0" presId="urn:microsoft.com/office/officeart/2005/8/layout/vList5"/>
    <dgm:cxn modelId="{F14FE0F6-B07D-42DF-BA20-92E4FEEA96B5}" srcId="{4A1D14EF-509D-4B7C-86BA-7EA2C844E60F}" destId="{3F11A2F7-B8C4-49A1-825C-7EBE12383C4F}" srcOrd="0" destOrd="0" parTransId="{F14B7D79-A491-49E9-BAA0-C2FE974C8E95}" sibTransId="{4E3F7AA7-58AA-4A5A-BB28-7566E31FC375}"/>
    <dgm:cxn modelId="{A07CF4F6-0011-4C9F-B4B7-9581FC3BE520}" srcId="{50DE9B7E-E6C8-44B4-941D-A3ADD056944C}" destId="{E6033780-0BE6-40F3-B106-0029FDE95202}" srcOrd="0" destOrd="0" parTransId="{CDA906B3-348F-49D3-A0BF-5B77215DC6AF}" sibTransId="{84892F2B-8E53-4B8A-B640-C430EA582D54}"/>
    <dgm:cxn modelId="{6557B36C-7D99-4B80-879F-E6F6C0045C21}" type="presParOf" srcId="{262073BA-C617-4DF2-BBC0-4E1C3FFCD43F}" destId="{F94384B7-3549-448E-A467-B5F597585CE4}" srcOrd="0" destOrd="0" presId="urn:microsoft.com/office/officeart/2005/8/layout/vList5"/>
    <dgm:cxn modelId="{6FB2C32E-3B76-477E-AEE0-B060443FB688}" type="presParOf" srcId="{F94384B7-3549-448E-A467-B5F597585CE4}" destId="{4A2743E0-BDAD-4D41-A462-D3FF7380E074}" srcOrd="0" destOrd="0" presId="urn:microsoft.com/office/officeart/2005/8/layout/vList5"/>
    <dgm:cxn modelId="{2D5111CD-1EE9-4D7A-A50B-6B0B8942D59F}" type="presParOf" srcId="{F94384B7-3549-448E-A467-B5F597585CE4}" destId="{FA21022C-36DB-4B9C-838C-8AFFBBAA922C}" srcOrd="1" destOrd="0" presId="urn:microsoft.com/office/officeart/2005/8/layout/vList5"/>
    <dgm:cxn modelId="{A281667D-99C9-409D-8FA8-D327DDBA6D6C}" type="presParOf" srcId="{262073BA-C617-4DF2-BBC0-4E1C3FFCD43F}" destId="{AAF47CA5-3595-4D02-97FE-956DEEE0D43F}" srcOrd="1" destOrd="0" presId="urn:microsoft.com/office/officeart/2005/8/layout/vList5"/>
    <dgm:cxn modelId="{15CE6B5B-31E9-4DF3-9097-B6435A7F967C}" type="presParOf" srcId="{262073BA-C617-4DF2-BBC0-4E1C3FFCD43F}" destId="{ED75EC7E-5A8E-4DD2-92B7-1D2657EAD34C}" srcOrd="2" destOrd="0" presId="urn:microsoft.com/office/officeart/2005/8/layout/vList5"/>
    <dgm:cxn modelId="{55619834-7EAD-4969-BDE3-EB06E4ACFC97}" type="presParOf" srcId="{ED75EC7E-5A8E-4DD2-92B7-1D2657EAD34C}" destId="{803F01E9-D0AE-4798-B4EC-F8D2BD0BDC51}" srcOrd="0" destOrd="0" presId="urn:microsoft.com/office/officeart/2005/8/layout/vList5"/>
    <dgm:cxn modelId="{1C13F713-B902-4A42-8245-4C9E46CF866B}" type="presParOf" srcId="{ED75EC7E-5A8E-4DD2-92B7-1D2657EAD34C}" destId="{D27E576B-4257-4E30-B28F-15FCF5DDAE94}" srcOrd="1" destOrd="0" presId="urn:microsoft.com/office/officeart/2005/8/layout/vList5"/>
    <dgm:cxn modelId="{E97677AD-7694-4E82-BDDC-E610F4320CFE}" type="presParOf" srcId="{262073BA-C617-4DF2-BBC0-4E1C3FFCD43F}" destId="{815D4A5E-0716-4F0B-873F-3C45A8542A4A}" srcOrd="3" destOrd="0" presId="urn:microsoft.com/office/officeart/2005/8/layout/vList5"/>
    <dgm:cxn modelId="{B81E00B8-FE8F-40BF-9C6B-3677AC0EBC40}" type="presParOf" srcId="{262073BA-C617-4DF2-BBC0-4E1C3FFCD43F}" destId="{D64A5ECA-8648-4A36-9FBE-31FF594B4D51}" srcOrd="4" destOrd="0" presId="urn:microsoft.com/office/officeart/2005/8/layout/vList5"/>
    <dgm:cxn modelId="{458070C0-0F48-476B-AEA4-78A340E2EE72}" type="presParOf" srcId="{D64A5ECA-8648-4A36-9FBE-31FF594B4D51}" destId="{F56DE89B-8EF1-4B46-B88F-DB52587D6021}" srcOrd="0" destOrd="0" presId="urn:microsoft.com/office/officeart/2005/8/layout/vList5"/>
    <dgm:cxn modelId="{7A8EB5B9-ADE6-487C-B09B-F51C83E22F4C}" type="presParOf" srcId="{D64A5ECA-8648-4A36-9FBE-31FF594B4D51}" destId="{550C52D1-7AC5-4366-A5FF-63389EB3991F}" srcOrd="1" destOrd="0" presId="urn:microsoft.com/office/officeart/2005/8/layout/vList5"/>
    <dgm:cxn modelId="{367B69B4-26F9-44EF-A861-F98FC5DD8EE6}" type="presParOf" srcId="{262073BA-C617-4DF2-BBC0-4E1C3FFCD43F}" destId="{A145D306-4BD2-49C4-B984-40F1F1A81A32}" srcOrd="5" destOrd="0" presId="urn:microsoft.com/office/officeart/2005/8/layout/vList5"/>
    <dgm:cxn modelId="{14732141-F09D-40CA-8B7E-606930A3EB69}" type="presParOf" srcId="{262073BA-C617-4DF2-BBC0-4E1C3FFCD43F}" destId="{EF595EA8-706E-4694-B9AE-24D64A07344F}" srcOrd="6" destOrd="0" presId="urn:microsoft.com/office/officeart/2005/8/layout/vList5"/>
    <dgm:cxn modelId="{6CF2F4B3-D05C-4B01-B2C0-C7D7839DBCAF}" type="presParOf" srcId="{EF595EA8-706E-4694-B9AE-24D64A07344F}" destId="{6007FA6A-E397-4A34-A166-D00DB143DCCD}" srcOrd="0" destOrd="0" presId="urn:microsoft.com/office/officeart/2005/8/layout/vList5"/>
    <dgm:cxn modelId="{03D9B56A-F603-4553-8621-DEEB5C073509}" type="presParOf" srcId="{EF595EA8-706E-4694-B9AE-24D64A07344F}" destId="{3785A823-8E9D-4971-A4AC-109A8690B525}" srcOrd="1" destOrd="0" presId="urn:microsoft.com/office/officeart/2005/8/layout/vList5"/>
    <dgm:cxn modelId="{95F55273-F62C-4EFD-8EC8-624AC315AB48}" type="presParOf" srcId="{262073BA-C617-4DF2-BBC0-4E1C3FFCD43F}" destId="{83505BE5-72D6-413A-B4A6-3DC267BE7C5D}" srcOrd="7" destOrd="0" presId="urn:microsoft.com/office/officeart/2005/8/layout/vList5"/>
    <dgm:cxn modelId="{526DA55C-7C69-449E-9E12-9245D238604A}" type="presParOf" srcId="{262073BA-C617-4DF2-BBC0-4E1C3FFCD43F}" destId="{931846EA-4466-47C4-BDD8-EA9240F1DB20}" srcOrd="8" destOrd="0" presId="urn:microsoft.com/office/officeart/2005/8/layout/vList5"/>
    <dgm:cxn modelId="{4A6B4AFD-4199-4D74-B57B-94BB973354B4}" type="presParOf" srcId="{931846EA-4466-47C4-BDD8-EA9240F1DB20}" destId="{40D5FAD4-CF36-4FBA-A551-32DF0C59E4AC}" srcOrd="0" destOrd="0" presId="urn:microsoft.com/office/officeart/2005/8/layout/vList5"/>
    <dgm:cxn modelId="{7E26CCD7-5CA4-401C-8268-B793E4694F38}" type="presParOf" srcId="{931846EA-4466-47C4-BDD8-EA9240F1DB20}" destId="{1C879EC4-E239-4E19-B5E9-5510B8096D98}" srcOrd="1" destOrd="0" presId="urn:microsoft.com/office/officeart/2005/8/layout/vList5"/>
    <dgm:cxn modelId="{F4D66059-A7AB-40BF-B338-DC1804E5EB35}" type="presParOf" srcId="{262073BA-C617-4DF2-BBC0-4E1C3FFCD43F}" destId="{EB64A9FA-9B73-47A3-81DA-364E9850C9A6}" srcOrd="9" destOrd="0" presId="urn:microsoft.com/office/officeart/2005/8/layout/vList5"/>
    <dgm:cxn modelId="{634EB229-2377-435D-AB2D-9F815CEC980C}" type="presParOf" srcId="{262073BA-C617-4DF2-BBC0-4E1C3FFCD43F}" destId="{33F6826F-70E5-4582-BC49-589A2F8CDD06}" srcOrd="10" destOrd="0" presId="urn:microsoft.com/office/officeart/2005/8/layout/vList5"/>
    <dgm:cxn modelId="{4EADB252-7C08-405D-9D3A-5E987EF01FA5}" type="presParOf" srcId="{33F6826F-70E5-4582-BC49-589A2F8CDD06}" destId="{B3EC758B-29CE-42EB-8D9B-863C4BC75814}" srcOrd="0" destOrd="0" presId="urn:microsoft.com/office/officeart/2005/8/layout/vList5"/>
    <dgm:cxn modelId="{A3F5CBCF-054A-423F-A81B-E6BB8C487CC7}" type="presParOf" srcId="{33F6826F-70E5-4582-BC49-589A2F8CDD06}" destId="{72D4A0C7-09AF-4C72-8681-D75340F8504F}" srcOrd="1" destOrd="0" presId="urn:microsoft.com/office/officeart/2005/8/layout/vList5"/>
    <dgm:cxn modelId="{E82C8546-C4A2-4288-AD8B-1CAC7CC81E2F}" type="presParOf" srcId="{262073BA-C617-4DF2-BBC0-4E1C3FFCD43F}" destId="{366939C3-7A83-4411-A016-DEBFED5CCFEC}" srcOrd="11" destOrd="0" presId="urn:microsoft.com/office/officeart/2005/8/layout/vList5"/>
    <dgm:cxn modelId="{17869E1E-E077-4F57-874A-8C97CA20D4AC}" type="presParOf" srcId="{262073BA-C617-4DF2-BBC0-4E1C3FFCD43F}" destId="{E77FA2B5-D5A9-4102-93DB-62D9F9A5EC72}" srcOrd="12" destOrd="0" presId="urn:microsoft.com/office/officeart/2005/8/layout/vList5"/>
    <dgm:cxn modelId="{B903794C-8E26-447D-897B-07F9D7733EF4}" type="presParOf" srcId="{E77FA2B5-D5A9-4102-93DB-62D9F9A5EC72}" destId="{2EF353C4-085E-41D4-8191-DEA8C9DE4A14}" srcOrd="0" destOrd="0" presId="urn:microsoft.com/office/officeart/2005/8/layout/vList5"/>
    <dgm:cxn modelId="{F9FA68F8-E846-41BE-BE4A-93A6BA14D65B}" type="presParOf" srcId="{E77FA2B5-D5A9-4102-93DB-62D9F9A5EC72}" destId="{01537105-6085-476D-8202-A020C71BF847}" srcOrd="1" destOrd="0" presId="urn:microsoft.com/office/officeart/2005/8/layout/vList5"/>
    <dgm:cxn modelId="{4E4BFB8D-92A0-45DB-8865-3B624AE96213}" type="presParOf" srcId="{262073BA-C617-4DF2-BBC0-4E1C3FFCD43F}" destId="{40A8BCC3-A589-4D66-A034-AED9E1C4E533}" srcOrd="13" destOrd="0" presId="urn:microsoft.com/office/officeart/2005/8/layout/vList5"/>
    <dgm:cxn modelId="{CBF92841-DA7C-4B15-A6F5-CB61D1F211E9}" type="presParOf" srcId="{262073BA-C617-4DF2-BBC0-4E1C3FFCD43F}" destId="{F0AAEA84-5723-44D4-B150-46529693DDE5}" srcOrd="14" destOrd="0" presId="urn:microsoft.com/office/officeart/2005/8/layout/vList5"/>
    <dgm:cxn modelId="{B1084971-0247-4FC7-A419-CF551E76A36F}" type="presParOf" srcId="{F0AAEA84-5723-44D4-B150-46529693DDE5}" destId="{617806A7-46B0-4410-9912-B01218EA53A6}" srcOrd="0" destOrd="0" presId="urn:microsoft.com/office/officeart/2005/8/layout/vList5"/>
    <dgm:cxn modelId="{03F6682E-BA2B-4B59-B248-A4D25C5F142E}" type="presParOf" srcId="{F0AAEA84-5723-44D4-B150-46529693DDE5}" destId="{F102A290-7D24-4C6E-B0F4-C5665A326264}" srcOrd="1" destOrd="0" presId="urn:microsoft.com/office/officeart/2005/8/layout/vList5"/>
    <dgm:cxn modelId="{9060C200-5B17-4DE0-9E77-AD4D2A96E1E7}" type="presParOf" srcId="{262073BA-C617-4DF2-BBC0-4E1C3FFCD43F}" destId="{F3C534A4-A1F2-45C0-B1C1-9ED1EEB09F72}" srcOrd="15" destOrd="0" presId="urn:microsoft.com/office/officeart/2005/8/layout/vList5"/>
    <dgm:cxn modelId="{0F301139-864A-496F-9945-70744E37011D}" type="presParOf" srcId="{262073BA-C617-4DF2-BBC0-4E1C3FFCD43F}" destId="{D64A3CEA-038C-4A4E-8E4A-D8A2B1C8CBF4}" srcOrd="16" destOrd="0" presId="urn:microsoft.com/office/officeart/2005/8/layout/vList5"/>
    <dgm:cxn modelId="{2A7C40E4-DE2B-4C3C-9181-47D71E244E88}" type="presParOf" srcId="{D64A3CEA-038C-4A4E-8E4A-D8A2B1C8CBF4}" destId="{B9CDF3AA-0AD7-4726-958D-9A5AE472DE0C}" srcOrd="0" destOrd="0" presId="urn:microsoft.com/office/officeart/2005/8/layout/vList5"/>
    <dgm:cxn modelId="{D9CD64B9-0C4A-4F57-A180-795FA71A09C1}" type="presParOf" srcId="{D64A3CEA-038C-4A4E-8E4A-D8A2B1C8CBF4}" destId="{0E543AE2-0F16-4EFD-A978-AADE8D6E695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1022C-36DB-4B9C-838C-8AFFBBAA922C}">
      <dsp:nvSpPr>
        <dsp:cNvPr id="0" name=""/>
        <dsp:cNvSpPr/>
      </dsp:nvSpPr>
      <dsp:spPr>
        <a:xfrm rot="5400000">
          <a:off x="3620014" y="-1529639"/>
          <a:ext cx="444206" cy="36161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System Testing 3</a:t>
          </a:r>
          <a:r>
            <a:rPr lang="en-MY" sz="1200" kern="1200" baseline="30000" dirty="0"/>
            <a:t>rd</a:t>
          </a:r>
          <a:r>
            <a:rPr lang="en-MY" sz="1200" kern="1200" dirty="0"/>
            <a:t> Oct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highlight>
                <a:srgbClr val="FFFF00"/>
              </a:highlight>
            </a:rPr>
            <a:t>Actual running time &amp; Approval screen</a:t>
          </a:r>
        </a:p>
      </dsp:txBody>
      <dsp:txXfrm rot="-5400000">
        <a:off x="2034062" y="77997"/>
        <a:ext cx="3594426" cy="400838"/>
      </dsp:txXfrm>
    </dsp:sp>
    <dsp:sp modelId="{4A2743E0-BDAD-4D41-A462-D3FF7380E074}">
      <dsp:nvSpPr>
        <dsp:cNvPr id="0" name=""/>
        <dsp:cNvSpPr/>
      </dsp:nvSpPr>
      <dsp:spPr>
        <a:xfrm>
          <a:off x="0" y="787"/>
          <a:ext cx="2034062" cy="555257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Raw Material</a:t>
          </a:r>
        </a:p>
      </dsp:txBody>
      <dsp:txXfrm>
        <a:off x="27105" y="27892"/>
        <a:ext cx="1979852" cy="501047"/>
      </dsp:txXfrm>
    </dsp:sp>
    <dsp:sp modelId="{D27E576B-4257-4E30-B28F-15FCF5DDAE94}">
      <dsp:nvSpPr>
        <dsp:cNvPr id="0" name=""/>
        <dsp:cNvSpPr/>
      </dsp:nvSpPr>
      <dsp:spPr>
        <a:xfrm rot="5400000">
          <a:off x="3514261" y="-898377"/>
          <a:ext cx="648207" cy="36125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System Running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highlight>
                <a:srgbClr val="FFFF00"/>
              </a:highlight>
            </a:rPr>
            <a:t>New format Inventory report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highlight>
                <a:srgbClr val="FFFF00"/>
              </a:highlight>
            </a:rPr>
            <a:t>By zone dashboard display</a:t>
          </a:r>
        </a:p>
      </dsp:txBody>
      <dsp:txXfrm rot="-5400000">
        <a:off x="2032076" y="615451"/>
        <a:ext cx="3580936" cy="584921"/>
      </dsp:txXfrm>
    </dsp:sp>
    <dsp:sp modelId="{803F01E9-D0AE-4798-B4EC-F8D2BD0BDC51}">
      <dsp:nvSpPr>
        <dsp:cNvPr id="0" name=""/>
        <dsp:cNvSpPr/>
      </dsp:nvSpPr>
      <dsp:spPr>
        <a:xfrm>
          <a:off x="0" y="630283"/>
          <a:ext cx="2032075" cy="555257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Casting</a:t>
          </a:r>
        </a:p>
      </dsp:txBody>
      <dsp:txXfrm>
        <a:off x="27105" y="657388"/>
        <a:ext cx="1977865" cy="501047"/>
      </dsp:txXfrm>
    </dsp:sp>
    <dsp:sp modelId="{550C52D1-7AC5-4366-A5FF-63389EB3991F}">
      <dsp:nvSpPr>
        <dsp:cNvPr id="0" name=""/>
        <dsp:cNvSpPr/>
      </dsp:nvSpPr>
      <dsp:spPr>
        <a:xfrm rot="5400000">
          <a:off x="3620014" y="-270647"/>
          <a:ext cx="444206" cy="36161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Completed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Integration to final system</a:t>
          </a:r>
        </a:p>
      </dsp:txBody>
      <dsp:txXfrm rot="-5400000">
        <a:off x="2034062" y="1336989"/>
        <a:ext cx="3594426" cy="400838"/>
      </dsp:txXfrm>
    </dsp:sp>
    <dsp:sp modelId="{F56DE89B-8EF1-4B46-B88F-DB52587D6021}">
      <dsp:nvSpPr>
        <dsp:cNvPr id="0" name=""/>
        <dsp:cNvSpPr/>
      </dsp:nvSpPr>
      <dsp:spPr>
        <a:xfrm>
          <a:off x="0" y="1259778"/>
          <a:ext cx="2034062" cy="555257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RM QC</a:t>
          </a:r>
        </a:p>
      </dsp:txBody>
      <dsp:txXfrm>
        <a:off x="27105" y="1286883"/>
        <a:ext cx="1979852" cy="501047"/>
      </dsp:txXfrm>
    </dsp:sp>
    <dsp:sp modelId="{3785A823-8E9D-4971-A4AC-109A8690B525}">
      <dsp:nvSpPr>
        <dsp:cNvPr id="0" name=""/>
        <dsp:cNvSpPr/>
      </dsp:nvSpPr>
      <dsp:spPr>
        <a:xfrm rot="5400000">
          <a:off x="3487789" y="387086"/>
          <a:ext cx="701152" cy="36125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Test ongoing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highlight>
                <a:srgbClr val="FFFF00"/>
              </a:highlight>
            </a:rPr>
            <a:t>Inventory report, label printing and final system integration</a:t>
          </a:r>
        </a:p>
      </dsp:txBody>
      <dsp:txXfrm rot="-5400000">
        <a:off x="2032076" y="1877027"/>
        <a:ext cx="3578352" cy="632698"/>
      </dsp:txXfrm>
    </dsp:sp>
    <dsp:sp modelId="{6007FA6A-E397-4A34-A166-D00DB143DCCD}">
      <dsp:nvSpPr>
        <dsp:cNvPr id="0" name=""/>
        <dsp:cNvSpPr/>
      </dsp:nvSpPr>
      <dsp:spPr>
        <a:xfrm>
          <a:off x="0" y="1915747"/>
          <a:ext cx="2032075" cy="555257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PC System</a:t>
          </a:r>
        </a:p>
      </dsp:txBody>
      <dsp:txXfrm>
        <a:off x="27105" y="1942852"/>
        <a:ext cx="1977865" cy="501047"/>
      </dsp:txXfrm>
    </dsp:sp>
    <dsp:sp modelId="{1C879EC4-E239-4E19-B5E9-5510B8096D98}">
      <dsp:nvSpPr>
        <dsp:cNvPr id="0" name=""/>
        <dsp:cNvSpPr/>
      </dsp:nvSpPr>
      <dsp:spPr>
        <a:xfrm rot="5400000">
          <a:off x="3537224" y="1100681"/>
          <a:ext cx="602281" cy="36125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Discussion on Buyoff methods and check sheet - Done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System Development</a:t>
          </a:r>
        </a:p>
      </dsp:txBody>
      <dsp:txXfrm rot="-5400000">
        <a:off x="2032076" y="2635231"/>
        <a:ext cx="3583178" cy="543479"/>
      </dsp:txXfrm>
    </dsp:sp>
    <dsp:sp modelId="{40D5FAD4-CF36-4FBA-A551-32DF0C59E4AC}">
      <dsp:nvSpPr>
        <dsp:cNvPr id="0" name=""/>
        <dsp:cNvSpPr/>
      </dsp:nvSpPr>
      <dsp:spPr>
        <a:xfrm>
          <a:off x="0" y="2595227"/>
          <a:ext cx="2032075" cy="555257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QA System</a:t>
          </a:r>
        </a:p>
      </dsp:txBody>
      <dsp:txXfrm>
        <a:off x="27105" y="2622332"/>
        <a:ext cx="1977865" cy="501047"/>
      </dsp:txXfrm>
    </dsp:sp>
    <dsp:sp modelId="{72D4A0C7-09AF-4C72-8681-D75340F8504F}">
      <dsp:nvSpPr>
        <dsp:cNvPr id="0" name=""/>
        <dsp:cNvSpPr/>
      </dsp:nvSpPr>
      <dsp:spPr>
        <a:xfrm rot="5400000">
          <a:off x="3620014" y="1671333"/>
          <a:ext cx="444206" cy="3616110"/>
        </a:xfrm>
        <a:prstGeom prst="round2SameRect">
          <a:avLst/>
        </a:prstGeom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/>
            <a:t>Discussion on Buyoff check sheet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System</a:t>
          </a:r>
          <a:r>
            <a:rPr lang="en-MY" sz="1200" kern="1200" dirty="0"/>
            <a:t> </a:t>
          </a: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Development</a:t>
          </a:r>
        </a:p>
      </dsp:txBody>
      <dsp:txXfrm rot="-5400000">
        <a:off x="2034062" y="3278969"/>
        <a:ext cx="3594426" cy="400838"/>
      </dsp:txXfrm>
    </dsp:sp>
    <dsp:sp modelId="{B3EC758B-29CE-42EB-8D9B-863C4BC75814}">
      <dsp:nvSpPr>
        <dsp:cNvPr id="0" name=""/>
        <dsp:cNvSpPr/>
      </dsp:nvSpPr>
      <dsp:spPr>
        <a:xfrm>
          <a:off x="0" y="3201759"/>
          <a:ext cx="2034062" cy="555257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Packing System</a:t>
          </a:r>
        </a:p>
      </dsp:txBody>
      <dsp:txXfrm>
        <a:off x="27105" y="3228864"/>
        <a:ext cx="1979852" cy="501047"/>
      </dsp:txXfrm>
    </dsp:sp>
    <dsp:sp modelId="{01537105-6085-476D-8202-A020C71BF847}">
      <dsp:nvSpPr>
        <dsp:cNvPr id="0" name=""/>
        <dsp:cNvSpPr/>
      </dsp:nvSpPr>
      <dsp:spPr>
        <a:xfrm rot="5400000">
          <a:off x="3620014" y="2254354"/>
          <a:ext cx="444206" cy="3616110"/>
        </a:xfrm>
        <a:prstGeom prst="round2SameRect">
          <a:avLst/>
        </a:prstGeom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Final Testing from Raw Material till Packing list</a:t>
          </a:r>
        </a:p>
      </dsp:txBody>
      <dsp:txXfrm rot="-5400000">
        <a:off x="2034062" y="3861990"/>
        <a:ext cx="3594426" cy="400838"/>
      </dsp:txXfrm>
    </dsp:sp>
    <dsp:sp modelId="{2EF353C4-085E-41D4-8191-DEA8C9DE4A14}">
      <dsp:nvSpPr>
        <dsp:cNvPr id="0" name=""/>
        <dsp:cNvSpPr/>
      </dsp:nvSpPr>
      <dsp:spPr>
        <a:xfrm>
          <a:off x="0" y="3784780"/>
          <a:ext cx="2034062" cy="555257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System Final Integration</a:t>
          </a:r>
        </a:p>
      </dsp:txBody>
      <dsp:txXfrm>
        <a:off x="27105" y="3811885"/>
        <a:ext cx="1979852" cy="501047"/>
      </dsp:txXfrm>
    </dsp:sp>
    <dsp:sp modelId="{F102A290-7D24-4C6E-B0F4-C5665A326264}">
      <dsp:nvSpPr>
        <dsp:cNvPr id="0" name=""/>
        <dsp:cNvSpPr/>
      </dsp:nvSpPr>
      <dsp:spPr>
        <a:xfrm rot="5400000">
          <a:off x="3620014" y="2837374"/>
          <a:ext cx="444206" cy="3616110"/>
        </a:xfrm>
        <a:prstGeom prst="round2SameRect">
          <a:avLst/>
        </a:prstGeom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Production run and monitoring</a:t>
          </a:r>
        </a:p>
      </dsp:txBody>
      <dsp:txXfrm rot="-5400000">
        <a:off x="2034062" y="4445010"/>
        <a:ext cx="3594426" cy="400838"/>
      </dsp:txXfrm>
    </dsp:sp>
    <dsp:sp modelId="{617806A7-46B0-4410-9912-B01218EA53A6}">
      <dsp:nvSpPr>
        <dsp:cNvPr id="0" name=""/>
        <dsp:cNvSpPr/>
      </dsp:nvSpPr>
      <dsp:spPr>
        <a:xfrm>
          <a:off x="0" y="4367801"/>
          <a:ext cx="2034062" cy="5552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System Deployment at MJ</a:t>
          </a:r>
        </a:p>
      </dsp:txBody>
      <dsp:txXfrm>
        <a:off x="27105" y="4394906"/>
        <a:ext cx="1979852" cy="501047"/>
      </dsp:txXfrm>
    </dsp:sp>
    <dsp:sp modelId="{0E543AE2-0F16-4EFD-A978-AADE8D6E695C}">
      <dsp:nvSpPr>
        <dsp:cNvPr id="0" name=""/>
        <dsp:cNvSpPr/>
      </dsp:nvSpPr>
      <dsp:spPr>
        <a:xfrm rot="5400000">
          <a:off x="3620014" y="3420395"/>
          <a:ext cx="444206" cy="3616110"/>
        </a:xfrm>
        <a:prstGeom prst="round2SameRect">
          <a:avLst/>
        </a:prstGeom>
        <a:solidFill>
          <a:srgbClr val="7DB6EF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DB6EF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System Completion By End Of March 2026</a:t>
          </a:r>
        </a:p>
      </dsp:txBody>
      <dsp:txXfrm rot="-5400000">
        <a:off x="2034062" y="5028031"/>
        <a:ext cx="3594426" cy="400838"/>
      </dsp:txXfrm>
    </dsp:sp>
    <dsp:sp modelId="{B9CDF3AA-0AD7-4726-958D-9A5AE472DE0C}">
      <dsp:nvSpPr>
        <dsp:cNvPr id="0" name=""/>
        <dsp:cNvSpPr/>
      </dsp:nvSpPr>
      <dsp:spPr>
        <a:xfrm>
          <a:off x="0" y="4950821"/>
          <a:ext cx="2034062" cy="555257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Traceability Report</a:t>
          </a:r>
        </a:p>
      </dsp:txBody>
      <dsp:txXfrm>
        <a:off x="27105" y="4977926"/>
        <a:ext cx="1979852" cy="501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Header Placeholder 1">
            <a:extLst>
              <a:ext uri="{FF2B5EF4-FFF2-40B4-BE49-F238E27FC236}">
                <a16:creationId xmlns:a16="http://schemas.microsoft.com/office/drawing/2014/main" id="{EF2379B1-298F-E17D-18C2-9F3FEA70B9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6875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2291" name="Date Placeholder 2">
            <a:extLst>
              <a:ext uri="{FF2B5EF4-FFF2-40B4-BE49-F238E27FC236}">
                <a16:creationId xmlns:a16="http://schemas.microsoft.com/office/drawing/2014/main" id="{0B5B6A8C-5DE8-3FCB-675D-2F346A3C9F2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43338" y="0"/>
            <a:ext cx="2957512" cy="488950"/>
          </a:xfrm>
          <a:prstGeom prst="rect">
            <a:avLst/>
          </a:prstGeom>
          <a:noFill/>
          <a:ln>
            <a:noFill/>
          </a:ln>
        </p:spPr>
        <p:txBody>
          <a:bodyPr lIns="92226" tIns="46113" rIns="92226" bIns="4611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2052" name="Slide Image Placeholder 3">
            <a:extLst>
              <a:ext uri="{FF2B5EF4-FFF2-40B4-BE49-F238E27FC236}">
                <a16:creationId xmlns:a16="http://schemas.microsoft.com/office/drawing/2014/main" id="{69B03E8B-80E2-55BB-54D3-84385B77BDA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14338" y="1239838"/>
            <a:ext cx="59594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3" name="Notes Placeholder 4">
            <a:extLst>
              <a:ext uri="{FF2B5EF4-FFF2-40B4-BE49-F238E27FC236}">
                <a16:creationId xmlns:a16="http://schemas.microsoft.com/office/drawing/2014/main" id="{B12C4FA7-7608-E554-4D35-FC6E8FA17D5F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73100" y="4776788"/>
            <a:ext cx="5451475" cy="3916362"/>
          </a:xfrm>
          <a:prstGeom prst="rect">
            <a:avLst/>
          </a:prstGeom>
          <a:noFill/>
          <a:ln>
            <a:noFill/>
          </a:ln>
        </p:spPr>
        <p:txBody>
          <a:bodyPr lIns="92226" tIns="46113" rIns="92226" bIns="4611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Click to edit Master text styles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Second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Third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Fourth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Fifth level</a:t>
            </a:r>
            <a:endParaRPr lang="en-US" altLang="ja-JP"/>
          </a:p>
        </p:txBody>
      </p:sp>
      <p:sp>
        <p:nvSpPr>
          <p:cNvPr id="12294" name="Footer Placeholder 5">
            <a:extLst>
              <a:ext uri="{FF2B5EF4-FFF2-40B4-BE49-F238E27FC236}">
                <a16:creationId xmlns:a16="http://schemas.microsoft.com/office/drawing/2014/main" id="{2C40A588-131A-5A71-6265-D88313A7458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0" y="9428163"/>
            <a:ext cx="2936875" cy="509587"/>
          </a:xfrm>
          <a:prstGeom prst="rect">
            <a:avLst/>
          </a:prstGeom>
          <a:noFill/>
          <a:ln>
            <a:noFill/>
          </a:ln>
        </p:spPr>
        <p:txBody>
          <a:bodyPr lIns="92226" tIns="46113" rIns="92226" bIns="46113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12295" name="Slide Number Placeholder 6">
            <a:extLst>
              <a:ext uri="{FF2B5EF4-FFF2-40B4-BE49-F238E27FC236}">
                <a16:creationId xmlns:a16="http://schemas.microsoft.com/office/drawing/2014/main" id="{9F5D409C-81BF-654F-7E9A-0E9FA318960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43338" y="9428163"/>
            <a:ext cx="2957512" cy="509587"/>
          </a:xfrm>
          <a:prstGeom prst="rect">
            <a:avLst/>
          </a:prstGeom>
          <a:noFill/>
          <a:ln>
            <a:noFill/>
          </a:ln>
        </p:spPr>
        <p:txBody>
          <a:bodyPr lIns="92226" tIns="46113" rIns="92226" bIns="46113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36F84437-E118-42F6-9E04-DDBCFC20C455}" type="slidenum">
              <a:rPr lang="en-US" altLang="ja-JP" b="1" smtClean="0"/>
              <a:pPr algn="r"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ja-JP" sz="12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83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0845E20E-FEEF-C7CB-71DB-DDEE60319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138" y="1588"/>
            <a:ext cx="286226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Straight Connector 13">
            <a:extLst>
              <a:ext uri="{FF2B5EF4-FFF2-40B4-BE49-F238E27FC236}">
                <a16:creationId xmlns:a16="http://schemas.microsoft.com/office/drawing/2014/main" id="{CDCC82BA-7624-473E-579F-A2561F6FC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613" y="476250"/>
            <a:ext cx="11657012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28" name="Straight Connector 14">
            <a:extLst>
              <a:ext uri="{FF2B5EF4-FFF2-40B4-BE49-F238E27FC236}">
                <a16:creationId xmlns:a16="http://schemas.microsoft.com/office/drawing/2014/main" id="{53C6D5F6-7E31-EE95-4368-0D5FA78DE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613" y="6524625"/>
            <a:ext cx="11657012" cy="1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53" name="Date Placeholder 3">
            <a:extLst>
              <a:ext uri="{FF2B5EF4-FFF2-40B4-BE49-F238E27FC236}">
                <a16:creationId xmlns:a16="http://schemas.microsoft.com/office/drawing/2014/main" id="{9A933AA1-7533-BF82-5035-A1B1F563B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572250"/>
            <a:ext cx="2844800" cy="2206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800" b="1">
              <a:solidFill>
                <a:srgbClr val="333333"/>
              </a:solidFill>
              <a:ea typeface="MS PGothic" panose="020B0600070205080204" pitchFamily="50" charset="-128"/>
              <a:sym typeface="Arial" panose="020B0604020202020204" pitchFamily="34" charset="0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F5EE32-CA94-570B-015F-0C44D701807F}"/>
              </a:ext>
            </a:extLst>
          </p:cNvPr>
          <p:cNvSpPr/>
          <p:nvPr userDrawn="1"/>
        </p:nvSpPr>
        <p:spPr bwMode="auto">
          <a:xfrm>
            <a:off x="3184635" y="60763"/>
            <a:ext cx="1944414" cy="33474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ja-JP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CONFIDENTIAL</a:t>
            </a:r>
            <a:endParaRPr kumimoji="0" lang="ja-JP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576184-DA5A-5811-2531-7994EDE415B2}"/>
              </a:ext>
            </a:extLst>
          </p:cNvPr>
          <p:cNvSpPr txBox="1"/>
          <p:nvPr userDrawn="1"/>
        </p:nvSpPr>
        <p:spPr>
          <a:xfrm>
            <a:off x="11461075" y="651330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7950FF0-201E-448F-80A0-D206B6B100E1}" type="slidenum">
              <a:rPr kumimoji="1" lang="ja-JP" altLang="en-US" sz="1600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defTabSz="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2">
            <a:extLst>
              <a:ext uri="{FF2B5EF4-FFF2-40B4-BE49-F238E27FC236}">
                <a16:creationId xmlns:a16="http://schemas.microsoft.com/office/drawing/2014/main" id="{C9FAF759-C814-09CA-D7A3-5E1D0FC1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985" y="55783"/>
            <a:ext cx="533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/>
            <a:r>
              <a:rPr lang="en-MY" altLang="en-US" sz="1400" b="1" dirty="0">
                <a:solidFill>
                  <a:srgbClr val="000000"/>
                </a:solidFill>
                <a:sym typeface="Arial" panose="020B0604020202020204" pitchFamily="34" charset="0"/>
              </a:rPr>
              <a:t>ALN System Implementation/ </a:t>
            </a:r>
            <a:r>
              <a:rPr lang="en-US" altLang="ja-JP" sz="1400" b="1" dirty="0"/>
              <a:t>ALN</a:t>
            </a:r>
            <a:r>
              <a:rPr lang="ja-JP" altLang="en-US" sz="1400" b="1" dirty="0"/>
              <a:t>システムの実装</a:t>
            </a:r>
          </a:p>
          <a:p>
            <a:pPr algn="r"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37D768-CF33-9C9D-F578-F07844C676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0245582"/>
              </p:ext>
            </p:extLst>
          </p:nvPr>
        </p:nvGraphicFramePr>
        <p:xfrm>
          <a:off x="186003" y="818864"/>
          <a:ext cx="5650173" cy="5506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217" name="Group 5216">
            <a:extLst>
              <a:ext uri="{FF2B5EF4-FFF2-40B4-BE49-F238E27FC236}">
                <a16:creationId xmlns:a16="http://schemas.microsoft.com/office/drawing/2014/main" id="{10E4B22A-B866-95D4-FFB2-CD0A8255C29C}"/>
              </a:ext>
            </a:extLst>
          </p:cNvPr>
          <p:cNvGrpSpPr/>
          <p:nvPr/>
        </p:nvGrpSpPr>
        <p:grpSpPr>
          <a:xfrm>
            <a:off x="5875247" y="5829870"/>
            <a:ext cx="1173455" cy="416256"/>
            <a:chOff x="1691" y="2297109"/>
            <a:chExt cx="2061119" cy="824447"/>
          </a:xfrm>
        </p:grpSpPr>
        <p:sp>
          <p:nvSpPr>
            <p:cNvPr id="5218" name="Arrow: Chevron 5217">
              <a:extLst>
                <a:ext uri="{FF2B5EF4-FFF2-40B4-BE49-F238E27FC236}">
                  <a16:creationId xmlns:a16="http://schemas.microsoft.com/office/drawing/2014/main" id="{9A8DF131-4577-9190-9CAC-E37A6CAAA215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19" name="Arrow: Chevron 4">
              <a:extLst>
                <a:ext uri="{FF2B5EF4-FFF2-40B4-BE49-F238E27FC236}">
                  <a16:creationId xmlns:a16="http://schemas.microsoft.com/office/drawing/2014/main" id="{864CF140-87D9-7F5F-4E6C-21837B881004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OCT</a:t>
              </a:r>
            </a:p>
          </p:txBody>
        </p:sp>
      </p:grpSp>
      <p:grpSp>
        <p:nvGrpSpPr>
          <p:cNvPr id="5220" name="Group 5219">
            <a:extLst>
              <a:ext uri="{FF2B5EF4-FFF2-40B4-BE49-F238E27FC236}">
                <a16:creationId xmlns:a16="http://schemas.microsoft.com/office/drawing/2014/main" id="{F43B103C-A5BF-7997-DF02-0B52E71B59D2}"/>
              </a:ext>
            </a:extLst>
          </p:cNvPr>
          <p:cNvGrpSpPr/>
          <p:nvPr/>
        </p:nvGrpSpPr>
        <p:grpSpPr>
          <a:xfrm>
            <a:off x="6876504" y="5829870"/>
            <a:ext cx="1173455" cy="416256"/>
            <a:chOff x="1856699" y="2297109"/>
            <a:chExt cx="2061119" cy="824447"/>
          </a:xfrm>
        </p:grpSpPr>
        <p:sp>
          <p:nvSpPr>
            <p:cNvPr id="5221" name="Arrow: Chevron 5220">
              <a:extLst>
                <a:ext uri="{FF2B5EF4-FFF2-40B4-BE49-F238E27FC236}">
                  <a16:creationId xmlns:a16="http://schemas.microsoft.com/office/drawing/2014/main" id="{1AF2B1E2-D3F9-9ED4-3196-349118FAD69D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22" name="Arrow: Chevron 6">
              <a:extLst>
                <a:ext uri="{FF2B5EF4-FFF2-40B4-BE49-F238E27FC236}">
                  <a16:creationId xmlns:a16="http://schemas.microsoft.com/office/drawing/2014/main" id="{C79490D1-67D3-C7F2-B291-E648B3BFBF9C}"/>
                </a:ext>
              </a:extLst>
            </p:cNvPr>
            <p:cNvSpPr txBox="1"/>
            <p:nvPr/>
          </p:nvSpPr>
          <p:spPr>
            <a:xfrm>
              <a:off x="2268923" y="2297109"/>
              <a:ext cx="1236671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NOV</a:t>
              </a:r>
            </a:p>
          </p:txBody>
        </p:sp>
      </p:grpSp>
      <p:grpSp>
        <p:nvGrpSpPr>
          <p:cNvPr id="5223" name="Group 5222">
            <a:extLst>
              <a:ext uri="{FF2B5EF4-FFF2-40B4-BE49-F238E27FC236}">
                <a16:creationId xmlns:a16="http://schemas.microsoft.com/office/drawing/2014/main" id="{98FCB81A-E956-70FB-15B8-1BB4409AC8EA}"/>
              </a:ext>
            </a:extLst>
          </p:cNvPr>
          <p:cNvGrpSpPr/>
          <p:nvPr/>
        </p:nvGrpSpPr>
        <p:grpSpPr>
          <a:xfrm>
            <a:off x="7905057" y="5829870"/>
            <a:ext cx="1173455" cy="416256"/>
            <a:chOff x="3711707" y="2297109"/>
            <a:chExt cx="2061119" cy="824447"/>
          </a:xfrm>
        </p:grpSpPr>
        <p:sp>
          <p:nvSpPr>
            <p:cNvPr id="5224" name="Arrow: Chevron 5223">
              <a:extLst>
                <a:ext uri="{FF2B5EF4-FFF2-40B4-BE49-F238E27FC236}">
                  <a16:creationId xmlns:a16="http://schemas.microsoft.com/office/drawing/2014/main" id="{C633814B-B46D-C51F-B72D-A160968ED7DF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25" name="Arrow: Chevron 8">
              <a:extLst>
                <a:ext uri="{FF2B5EF4-FFF2-40B4-BE49-F238E27FC236}">
                  <a16:creationId xmlns:a16="http://schemas.microsoft.com/office/drawing/2014/main" id="{FA525F0E-B5DA-B18F-01A1-72D50AB7F8C1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DEC</a:t>
              </a:r>
            </a:p>
          </p:txBody>
        </p:sp>
      </p:grpSp>
      <p:grpSp>
        <p:nvGrpSpPr>
          <p:cNvPr id="5226" name="Group 5225">
            <a:extLst>
              <a:ext uri="{FF2B5EF4-FFF2-40B4-BE49-F238E27FC236}">
                <a16:creationId xmlns:a16="http://schemas.microsoft.com/office/drawing/2014/main" id="{3FE8521E-D76C-5CE5-9E3F-49280D183BCB}"/>
              </a:ext>
            </a:extLst>
          </p:cNvPr>
          <p:cNvGrpSpPr/>
          <p:nvPr/>
        </p:nvGrpSpPr>
        <p:grpSpPr>
          <a:xfrm>
            <a:off x="8933306" y="5829870"/>
            <a:ext cx="1173455" cy="416256"/>
            <a:chOff x="3711707" y="2297109"/>
            <a:chExt cx="2061119" cy="824447"/>
          </a:xfrm>
        </p:grpSpPr>
        <p:sp>
          <p:nvSpPr>
            <p:cNvPr id="5227" name="Arrow: Chevron 5226">
              <a:extLst>
                <a:ext uri="{FF2B5EF4-FFF2-40B4-BE49-F238E27FC236}">
                  <a16:creationId xmlns:a16="http://schemas.microsoft.com/office/drawing/2014/main" id="{54CABA58-882C-DE73-A5ED-9E850BF9705D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28" name="Arrow: Chevron 8">
              <a:extLst>
                <a:ext uri="{FF2B5EF4-FFF2-40B4-BE49-F238E27FC236}">
                  <a16:creationId xmlns:a16="http://schemas.microsoft.com/office/drawing/2014/main" id="{D43B9F6B-145A-A9AA-6558-CFDBF6E8FEFB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JAN</a:t>
              </a:r>
            </a:p>
          </p:txBody>
        </p:sp>
      </p:grpSp>
      <p:grpSp>
        <p:nvGrpSpPr>
          <p:cNvPr id="5229" name="Group 5228">
            <a:extLst>
              <a:ext uri="{FF2B5EF4-FFF2-40B4-BE49-F238E27FC236}">
                <a16:creationId xmlns:a16="http://schemas.microsoft.com/office/drawing/2014/main" id="{35966613-5644-86B0-06EC-CCCDBA84D90B}"/>
              </a:ext>
            </a:extLst>
          </p:cNvPr>
          <p:cNvGrpSpPr/>
          <p:nvPr/>
        </p:nvGrpSpPr>
        <p:grpSpPr>
          <a:xfrm>
            <a:off x="9949463" y="5829870"/>
            <a:ext cx="1173455" cy="416256"/>
            <a:chOff x="3711707" y="2297109"/>
            <a:chExt cx="2061119" cy="824447"/>
          </a:xfrm>
        </p:grpSpPr>
        <p:sp>
          <p:nvSpPr>
            <p:cNvPr id="5230" name="Arrow: Chevron 5229">
              <a:extLst>
                <a:ext uri="{FF2B5EF4-FFF2-40B4-BE49-F238E27FC236}">
                  <a16:creationId xmlns:a16="http://schemas.microsoft.com/office/drawing/2014/main" id="{44D3429B-31DC-363A-88B6-42E5A65FE439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31" name="Arrow: Chevron 8">
              <a:extLst>
                <a:ext uri="{FF2B5EF4-FFF2-40B4-BE49-F238E27FC236}">
                  <a16:creationId xmlns:a16="http://schemas.microsoft.com/office/drawing/2014/main" id="{A3719317-4640-B699-2656-B815523E8567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dirty="0"/>
                <a:t>FEB</a:t>
              </a:r>
              <a:endParaRPr lang="en-MY" sz="2000" b="1" kern="1200" dirty="0"/>
            </a:p>
          </p:txBody>
        </p:sp>
      </p:grpSp>
      <p:grpSp>
        <p:nvGrpSpPr>
          <p:cNvPr id="5232" name="Group 5231">
            <a:extLst>
              <a:ext uri="{FF2B5EF4-FFF2-40B4-BE49-F238E27FC236}">
                <a16:creationId xmlns:a16="http://schemas.microsoft.com/office/drawing/2014/main" id="{C63B55DA-EB60-85ED-C28D-06F551177A04}"/>
              </a:ext>
            </a:extLst>
          </p:cNvPr>
          <p:cNvGrpSpPr/>
          <p:nvPr/>
        </p:nvGrpSpPr>
        <p:grpSpPr>
          <a:xfrm>
            <a:off x="5875247" y="891656"/>
            <a:ext cx="1342446" cy="416256"/>
            <a:chOff x="1691" y="2297109"/>
            <a:chExt cx="2061119" cy="824447"/>
          </a:xfrm>
        </p:grpSpPr>
        <p:sp>
          <p:nvSpPr>
            <p:cNvPr id="5233" name="Arrow: Chevron 5232">
              <a:extLst>
                <a:ext uri="{FF2B5EF4-FFF2-40B4-BE49-F238E27FC236}">
                  <a16:creationId xmlns:a16="http://schemas.microsoft.com/office/drawing/2014/main" id="{263B9C16-B8B1-1CB7-011F-623ECDCA5B56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34" name="Arrow: Chevron 4">
              <a:extLst>
                <a:ext uri="{FF2B5EF4-FFF2-40B4-BE49-F238E27FC236}">
                  <a16:creationId xmlns:a16="http://schemas.microsoft.com/office/drawing/2014/main" id="{EEF11F8F-0453-10AD-48C6-EB24505F0C44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247" name="Group 5246">
            <a:extLst>
              <a:ext uri="{FF2B5EF4-FFF2-40B4-BE49-F238E27FC236}">
                <a16:creationId xmlns:a16="http://schemas.microsoft.com/office/drawing/2014/main" id="{EB67D5AC-36E2-E05F-C700-D8D375EF3CAE}"/>
              </a:ext>
            </a:extLst>
          </p:cNvPr>
          <p:cNvGrpSpPr/>
          <p:nvPr/>
        </p:nvGrpSpPr>
        <p:grpSpPr>
          <a:xfrm>
            <a:off x="5875247" y="1519452"/>
            <a:ext cx="1342446" cy="416256"/>
            <a:chOff x="1691" y="2297109"/>
            <a:chExt cx="2061119" cy="824447"/>
          </a:xfrm>
        </p:grpSpPr>
        <p:sp>
          <p:nvSpPr>
            <p:cNvPr id="5248" name="Arrow: Chevron 5247">
              <a:extLst>
                <a:ext uri="{FF2B5EF4-FFF2-40B4-BE49-F238E27FC236}">
                  <a16:creationId xmlns:a16="http://schemas.microsoft.com/office/drawing/2014/main" id="{7F915C4A-E44F-F622-0568-90F9DA70BABE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49" name="Arrow: Chevron 4">
              <a:extLst>
                <a:ext uri="{FF2B5EF4-FFF2-40B4-BE49-F238E27FC236}">
                  <a16:creationId xmlns:a16="http://schemas.microsoft.com/office/drawing/2014/main" id="{7D557239-3F2B-9093-413F-95247286B21F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250" name="Group 5249">
            <a:extLst>
              <a:ext uri="{FF2B5EF4-FFF2-40B4-BE49-F238E27FC236}">
                <a16:creationId xmlns:a16="http://schemas.microsoft.com/office/drawing/2014/main" id="{CFE4DF84-9517-EF7D-18B6-62C5E95104C9}"/>
              </a:ext>
            </a:extLst>
          </p:cNvPr>
          <p:cNvGrpSpPr/>
          <p:nvPr/>
        </p:nvGrpSpPr>
        <p:grpSpPr>
          <a:xfrm>
            <a:off x="7019808" y="1519452"/>
            <a:ext cx="1342446" cy="416256"/>
            <a:chOff x="1856699" y="2297109"/>
            <a:chExt cx="2061119" cy="824447"/>
          </a:xfrm>
        </p:grpSpPr>
        <p:sp>
          <p:nvSpPr>
            <p:cNvPr id="5251" name="Arrow: Chevron 5250">
              <a:extLst>
                <a:ext uri="{FF2B5EF4-FFF2-40B4-BE49-F238E27FC236}">
                  <a16:creationId xmlns:a16="http://schemas.microsoft.com/office/drawing/2014/main" id="{71480A2A-3FC8-7FE3-8E3D-A1E80CD0B444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52" name="Arrow: Chevron 6">
              <a:extLst>
                <a:ext uri="{FF2B5EF4-FFF2-40B4-BE49-F238E27FC236}">
                  <a16:creationId xmlns:a16="http://schemas.microsoft.com/office/drawing/2014/main" id="{38525EA3-1550-C905-93AE-58374B08808C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262" name="Group 5261">
            <a:extLst>
              <a:ext uri="{FF2B5EF4-FFF2-40B4-BE49-F238E27FC236}">
                <a16:creationId xmlns:a16="http://schemas.microsoft.com/office/drawing/2014/main" id="{0D8A473E-A414-25BD-2755-C40C20D8CEB8}"/>
              </a:ext>
            </a:extLst>
          </p:cNvPr>
          <p:cNvGrpSpPr/>
          <p:nvPr/>
        </p:nvGrpSpPr>
        <p:grpSpPr>
          <a:xfrm>
            <a:off x="5875247" y="2121686"/>
            <a:ext cx="1342446" cy="416256"/>
            <a:chOff x="1691" y="2297109"/>
            <a:chExt cx="2061119" cy="824447"/>
          </a:xfrm>
        </p:grpSpPr>
        <p:sp>
          <p:nvSpPr>
            <p:cNvPr id="5263" name="Arrow: Chevron 5262">
              <a:extLst>
                <a:ext uri="{FF2B5EF4-FFF2-40B4-BE49-F238E27FC236}">
                  <a16:creationId xmlns:a16="http://schemas.microsoft.com/office/drawing/2014/main" id="{1B07F54A-E527-97FC-B6C0-927FD9CECAD1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64" name="Arrow: Chevron 4">
              <a:extLst>
                <a:ext uri="{FF2B5EF4-FFF2-40B4-BE49-F238E27FC236}">
                  <a16:creationId xmlns:a16="http://schemas.microsoft.com/office/drawing/2014/main" id="{CAAA0D28-F700-0112-E641-484E578C862B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265" name="Group 5264">
            <a:extLst>
              <a:ext uri="{FF2B5EF4-FFF2-40B4-BE49-F238E27FC236}">
                <a16:creationId xmlns:a16="http://schemas.microsoft.com/office/drawing/2014/main" id="{3689575D-1000-01DC-7C51-652F854F53E8}"/>
              </a:ext>
            </a:extLst>
          </p:cNvPr>
          <p:cNvGrpSpPr/>
          <p:nvPr/>
        </p:nvGrpSpPr>
        <p:grpSpPr>
          <a:xfrm>
            <a:off x="7019808" y="2121686"/>
            <a:ext cx="1342446" cy="416256"/>
            <a:chOff x="1856699" y="2297109"/>
            <a:chExt cx="2061119" cy="824447"/>
          </a:xfrm>
        </p:grpSpPr>
        <p:sp>
          <p:nvSpPr>
            <p:cNvPr id="5266" name="Arrow: Chevron 5265">
              <a:extLst>
                <a:ext uri="{FF2B5EF4-FFF2-40B4-BE49-F238E27FC236}">
                  <a16:creationId xmlns:a16="http://schemas.microsoft.com/office/drawing/2014/main" id="{CBE46287-323E-2EA7-CA67-2DEB556EDFC4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67" name="Arrow: Chevron 6">
              <a:extLst>
                <a:ext uri="{FF2B5EF4-FFF2-40B4-BE49-F238E27FC236}">
                  <a16:creationId xmlns:a16="http://schemas.microsoft.com/office/drawing/2014/main" id="{39221992-E5BA-618F-E396-732AC914B64D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268" name="Group 5267">
            <a:extLst>
              <a:ext uri="{FF2B5EF4-FFF2-40B4-BE49-F238E27FC236}">
                <a16:creationId xmlns:a16="http://schemas.microsoft.com/office/drawing/2014/main" id="{08E521FA-6DC1-B372-A944-B2DB07A40E89}"/>
              </a:ext>
            </a:extLst>
          </p:cNvPr>
          <p:cNvGrpSpPr/>
          <p:nvPr/>
        </p:nvGrpSpPr>
        <p:grpSpPr>
          <a:xfrm>
            <a:off x="8164369" y="2121686"/>
            <a:ext cx="1342446" cy="416256"/>
            <a:chOff x="3711707" y="2297109"/>
            <a:chExt cx="2061119" cy="824447"/>
          </a:xfrm>
        </p:grpSpPr>
        <p:sp>
          <p:nvSpPr>
            <p:cNvPr id="5269" name="Arrow: Chevron 5268">
              <a:extLst>
                <a:ext uri="{FF2B5EF4-FFF2-40B4-BE49-F238E27FC236}">
                  <a16:creationId xmlns:a16="http://schemas.microsoft.com/office/drawing/2014/main" id="{DB586BF7-D766-E10F-597F-96200ACCA6B1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70" name="Arrow: Chevron 8">
              <a:extLst>
                <a:ext uri="{FF2B5EF4-FFF2-40B4-BE49-F238E27FC236}">
                  <a16:creationId xmlns:a16="http://schemas.microsoft.com/office/drawing/2014/main" id="{9D13D0E2-4EA6-1C13-444D-BFE339372974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DEC</a:t>
              </a:r>
            </a:p>
          </p:txBody>
        </p:sp>
      </p:grpSp>
      <p:grpSp>
        <p:nvGrpSpPr>
          <p:cNvPr id="5271" name="Group 5270">
            <a:extLst>
              <a:ext uri="{FF2B5EF4-FFF2-40B4-BE49-F238E27FC236}">
                <a16:creationId xmlns:a16="http://schemas.microsoft.com/office/drawing/2014/main" id="{9C6F6F4B-2977-1BF6-B0EE-C16E5A570D4F}"/>
              </a:ext>
            </a:extLst>
          </p:cNvPr>
          <p:cNvGrpSpPr/>
          <p:nvPr/>
        </p:nvGrpSpPr>
        <p:grpSpPr>
          <a:xfrm>
            <a:off x="9308623" y="2121686"/>
            <a:ext cx="1342446" cy="416256"/>
            <a:chOff x="3711707" y="2297109"/>
            <a:chExt cx="2061119" cy="824447"/>
          </a:xfrm>
        </p:grpSpPr>
        <p:sp>
          <p:nvSpPr>
            <p:cNvPr id="5272" name="Arrow: Chevron 5271">
              <a:extLst>
                <a:ext uri="{FF2B5EF4-FFF2-40B4-BE49-F238E27FC236}">
                  <a16:creationId xmlns:a16="http://schemas.microsoft.com/office/drawing/2014/main" id="{686A3F5F-34CB-E08F-39E5-80891F097D5C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73" name="Arrow: Chevron 8">
              <a:extLst>
                <a:ext uri="{FF2B5EF4-FFF2-40B4-BE49-F238E27FC236}">
                  <a16:creationId xmlns:a16="http://schemas.microsoft.com/office/drawing/2014/main" id="{F1D44F47-0DDE-27AF-DE4B-8D896392B893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JAN</a:t>
              </a:r>
            </a:p>
          </p:txBody>
        </p:sp>
      </p:grpSp>
      <p:grpSp>
        <p:nvGrpSpPr>
          <p:cNvPr id="5274" name="Group 5273">
            <a:extLst>
              <a:ext uri="{FF2B5EF4-FFF2-40B4-BE49-F238E27FC236}">
                <a16:creationId xmlns:a16="http://schemas.microsoft.com/office/drawing/2014/main" id="{ABCDC78A-30F6-B63C-F5EF-ADCC53671D8A}"/>
              </a:ext>
            </a:extLst>
          </p:cNvPr>
          <p:cNvGrpSpPr/>
          <p:nvPr/>
        </p:nvGrpSpPr>
        <p:grpSpPr>
          <a:xfrm>
            <a:off x="10386199" y="2121686"/>
            <a:ext cx="1342446" cy="416256"/>
            <a:chOff x="3711707" y="2297109"/>
            <a:chExt cx="2061119" cy="824447"/>
          </a:xfrm>
        </p:grpSpPr>
        <p:sp>
          <p:nvSpPr>
            <p:cNvPr id="5275" name="Arrow: Chevron 5274">
              <a:extLst>
                <a:ext uri="{FF2B5EF4-FFF2-40B4-BE49-F238E27FC236}">
                  <a16:creationId xmlns:a16="http://schemas.microsoft.com/office/drawing/2014/main" id="{2C88E7F5-6D4B-8E6C-92F2-912D385A1213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76" name="Arrow: Chevron 8">
              <a:extLst>
                <a:ext uri="{FF2B5EF4-FFF2-40B4-BE49-F238E27FC236}">
                  <a16:creationId xmlns:a16="http://schemas.microsoft.com/office/drawing/2014/main" id="{2BC10F0E-A51C-3F22-0873-E967BDEF411C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dirty="0"/>
                <a:t>FEB</a:t>
              </a:r>
              <a:endParaRPr lang="en-MY" sz="2400" b="1" kern="1200" dirty="0"/>
            </a:p>
          </p:txBody>
        </p:sp>
      </p:grpSp>
      <p:grpSp>
        <p:nvGrpSpPr>
          <p:cNvPr id="5277" name="Group 5276">
            <a:extLst>
              <a:ext uri="{FF2B5EF4-FFF2-40B4-BE49-F238E27FC236}">
                <a16:creationId xmlns:a16="http://schemas.microsoft.com/office/drawing/2014/main" id="{E867A0CB-9F03-8298-6E87-BCEB9956A54B}"/>
              </a:ext>
            </a:extLst>
          </p:cNvPr>
          <p:cNvGrpSpPr/>
          <p:nvPr/>
        </p:nvGrpSpPr>
        <p:grpSpPr>
          <a:xfrm>
            <a:off x="5875247" y="2745748"/>
            <a:ext cx="1342446" cy="416256"/>
            <a:chOff x="1691" y="2297109"/>
            <a:chExt cx="2061119" cy="824447"/>
          </a:xfrm>
        </p:grpSpPr>
        <p:sp>
          <p:nvSpPr>
            <p:cNvPr id="5278" name="Arrow: Chevron 5277">
              <a:extLst>
                <a:ext uri="{FF2B5EF4-FFF2-40B4-BE49-F238E27FC236}">
                  <a16:creationId xmlns:a16="http://schemas.microsoft.com/office/drawing/2014/main" id="{B703B1E7-3834-740C-4824-74A3F4D54D8C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79" name="Arrow: Chevron 4">
              <a:extLst>
                <a:ext uri="{FF2B5EF4-FFF2-40B4-BE49-F238E27FC236}">
                  <a16:creationId xmlns:a16="http://schemas.microsoft.com/office/drawing/2014/main" id="{7CC38A35-549B-907B-0A6E-CBE637E12F88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280" name="Group 5279">
            <a:extLst>
              <a:ext uri="{FF2B5EF4-FFF2-40B4-BE49-F238E27FC236}">
                <a16:creationId xmlns:a16="http://schemas.microsoft.com/office/drawing/2014/main" id="{35AD94F4-967A-B152-8777-37F008F43765}"/>
              </a:ext>
            </a:extLst>
          </p:cNvPr>
          <p:cNvGrpSpPr/>
          <p:nvPr/>
        </p:nvGrpSpPr>
        <p:grpSpPr>
          <a:xfrm>
            <a:off x="7019808" y="2745748"/>
            <a:ext cx="1342446" cy="416256"/>
            <a:chOff x="1856699" y="2297109"/>
            <a:chExt cx="2061119" cy="824447"/>
          </a:xfrm>
        </p:grpSpPr>
        <p:sp>
          <p:nvSpPr>
            <p:cNvPr id="5281" name="Arrow: Chevron 5280">
              <a:extLst>
                <a:ext uri="{FF2B5EF4-FFF2-40B4-BE49-F238E27FC236}">
                  <a16:creationId xmlns:a16="http://schemas.microsoft.com/office/drawing/2014/main" id="{249F4CE3-7836-EEB2-8C68-ADBB5BF01E69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82" name="Arrow: Chevron 6">
              <a:extLst>
                <a:ext uri="{FF2B5EF4-FFF2-40B4-BE49-F238E27FC236}">
                  <a16:creationId xmlns:a16="http://schemas.microsoft.com/office/drawing/2014/main" id="{32A18DD4-AC71-08D3-F31F-3BA356DBF64B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292" name="Group 5291">
            <a:extLst>
              <a:ext uri="{FF2B5EF4-FFF2-40B4-BE49-F238E27FC236}">
                <a16:creationId xmlns:a16="http://schemas.microsoft.com/office/drawing/2014/main" id="{C892D684-2C1A-C120-8197-A2E674359137}"/>
              </a:ext>
            </a:extLst>
          </p:cNvPr>
          <p:cNvGrpSpPr/>
          <p:nvPr/>
        </p:nvGrpSpPr>
        <p:grpSpPr>
          <a:xfrm>
            <a:off x="5875247" y="3369810"/>
            <a:ext cx="1342446" cy="416256"/>
            <a:chOff x="1691" y="2297109"/>
            <a:chExt cx="2061119" cy="824447"/>
          </a:xfrm>
        </p:grpSpPr>
        <p:sp>
          <p:nvSpPr>
            <p:cNvPr id="5293" name="Arrow: Chevron 5292">
              <a:extLst>
                <a:ext uri="{FF2B5EF4-FFF2-40B4-BE49-F238E27FC236}">
                  <a16:creationId xmlns:a16="http://schemas.microsoft.com/office/drawing/2014/main" id="{0463E3DF-0243-8578-92C1-3A59091ECD63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94" name="Arrow: Chevron 4">
              <a:extLst>
                <a:ext uri="{FF2B5EF4-FFF2-40B4-BE49-F238E27FC236}">
                  <a16:creationId xmlns:a16="http://schemas.microsoft.com/office/drawing/2014/main" id="{823EF6CE-4769-7DBF-DAA9-E3ABD34F1346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295" name="Group 5294">
            <a:extLst>
              <a:ext uri="{FF2B5EF4-FFF2-40B4-BE49-F238E27FC236}">
                <a16:creationId xmlns:a16="http://schemas.microsoft.com/office/drawing/2014/main" id="{48B65DFE-7D18-E998-82BF-CB09F89F9D8A}"/>
              </a:ext>
            </a:extLst>
          </p:cNvPr>
          <p:cNvGrpSpPr/>
          <p:nvPr/>
        </p:nvGrpSpPr>
        <p:grpSpPr>
          <a:xfrm>
            <a:off x="7019808" y="3369810"/>
            <a:ext cx="1342446" cy="416256"/>
            <a:chOff x="1856699" y="2297109"/>
            <a:chExt cx="2061119" cy="824447"/>
          </a:xfrm>
        </p:grpSpPr>
        <p:sp>
          <p:nvSpPr>
            <p:cNvPr id="5296" name="Arrow: Chevron 5295">
              <a:extLst>
                <a:ext uri="{FF2B5EF4-FFF2-40B4-BE49-F238E27FC236}">
                  <a16:creationId xmlns:a16="http://schemas.microsoft.com/office/drawing/2014/main" id="{4C608D08-84BC-2A6D-3E83-101A2111F423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97" name="Arrow: Chevron 6">
              <a:extLst>
                <a:ext uri="{FF2B5EF4-FFF2-40B4-BE49-F238E27FC236}">
                  <a16:creationId xmlns:a16="http://schemas.microsoft.com/office/drawing/2014/main" id="{861D2F89-8441-D778-5DC0-6CF498EA30AB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298" name="Group 5297">
            <a:extLst>
              <a:ext uri="{FF2B5EF4-FFF2-40B4-BE49-F238E27FC236}">
                <a16:creationId xmlns:a16="http://schemas.microsoft.com/office/drawing/2014/main" id="{B986FBD5-37B1-4A23-8F0E-AFA79905950F}"/>
              </a:ext>
            </a:extLst>
          </p:cNvPr>
          <p:cNvGrpSpPr/>
          <p:nvPr/>
        </p:nvGrpSpPr>
        <p:grpSpPr>
          <a:xfrm>
            <a:off x="8164369" y="3369810"/>
            <a:ext cx="1342446" cy="416256"/>
            <a:chOff x="3711707" y="2297109"/>
            <a:chExt cx="2061119" cy="824447"/>
          </a:xfrm>
        </p:grpSpPr>
        <p:sp>
          <p:nvSpPr>
            <p:cNvPr id="5299" name="Arrow: Chevron 5298">
              <a:extLst>
                <a:ext uri="{FF2B5EF4-FFF2-40B4-BE49-F238E27FC236}">
                  <a16:creationId xmlns:a16="http://schemas.microsoft.com/office/drawing/2014/main" id="{D742F8FE-F749-4589-D1D2-D8433065E1A8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00" name="Arrow: Chevron 8">
              <a:extLst>
                <a:ext uri="{FF2B5EF4-FFF2-40B4-BE49-F238E27FC236}">
                  <a16:creationId xmlns:a16="http://schemas.microsoft.com/office/drawing/2014/main" id="{9045313B-5E8E-9AB4-6690-991342C38D55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DEC</a:t>
              </a:r>
            </a:p>
          </p:txBody>
        </p:sp>
      </p:grpSp>
      <p:grpSp>
        <p:nvGrpSpPr>
          <p:cNvPr id="5301" name="Group 5300">
            <a:extLst>
              <a:ext uri="{FF2B5EF4-FFF2-40B4-BE49-F238E27FC236}">
                <a16:creationId xmlns:a16="http://schemas.microsoft.com/office/drawing/2014/main" id="{C1A8F3B4-7D17-BCDD-0A42-428159FF0302}"/>
              </a:ext>
            </a:extLst>
          </p:cNvPr>
          <p:cNvGrpSpPr/>
          <p:nvPr/>
        </p:nvGrpSpPr>
        <p:grpSpPr>
          <a:xfrm>
            <a:off x="9308623" y="3369810"/>
            <a:ext cx="1342446" cy="416256"/>
            <a:chOff x="3711707" y="2297109"/>
            <a:chExt cx="2061119" cy="824447"/>
          </a:xfrm>
        </p:grpSpPr>
        <p:sp>
          <p:nvSpPr>
            <p:cNvPr id="5302" name="Arrow: Chevron 5301">
              <a:extLst>
                <a:ext uri="{FF2B5EF4-FFF2-40B4-BE49-F238E27FC236}">
                  <a16:creationId xmlns:a16="http://schemas.microsoft.com/office/drawing/2014/main" id="{7CBA04D6-708D-8A6F-E737-B9DD1AA93E3D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03" name="Arrow: Chevron 8">
              <a:extLst>
                <a:ext uri="{FF2B5EF4-FFF2-40B4-BE49-F238E27FC236}">
                  <a16:creationId xmlns:a16="http://schemas.microsoft.com/office/drawing/2014/main" id="{6A9BB3BB-4CDB-B6B6-1C8E-B7880FE471EE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JAN</a:t>
              </a:r>
            </a:p>
          </p:txBody>
        </p:sp>
      </p:grpSp>
      <p:grpSp>
        <p:nvGrpSpPr>
          <p:cNvPr id="5304" name="Group 5303">
            <a:extLst>
              <a:ext uri="{FF2B5EF4-FFF2-40B4-BE49-F238E27FC236}">
                <a16:creationId xmlns:a16="http://schemas.microsoft.com/office/drawing/2014/main" id="{097E8D40-F282-6565-65FF-AA01A0770714}"/>
              </a:ext>
            </a:extLst>
          </p:cNvPr>
          <p:cNvGrpSpPr/>
          <p:nvPr/>
        </p:nvGrpSpPr>
        <p:grpSpPr>
          <a:xfrm>
            <a:off x="10386199" y="3369810"/>
            <a:ext cx="1342446" cy="416256"/>
            <a:chOff x="3711707" y="2297109"/>
            <a:chExt cx="2061119" cy="824447"/>
          </a:xfrm>
        </p:grpSpPr>
        <p:sp>
          <p:nvSpPr>
            <p:cNvPr id="5305" name="Arrow: Chevron 5304">
              <a:extLst>
                <a:ext uri="{FF2B5EF4-FFF2-40B4-BE49-F238E27FC236}">
                  <a16:creationId xmlns:a16="http://schemas.microsoft.com/office/drawing/2014/main" id="{3B32555B-39E7-65B0-F58C-EA21CC334836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06" name="Arrow: Chevron 8">
              <a:extLst>
                <a:ext uri="{FF2B5EF4-FFF2-40B4-BE49-F238E27FC236}">
                  <a16:creationId xmlns:a16="http://schemas.microsoft.com/office/drawing/2014/main" id="{04F9FCF0-DB2D-846B-6A00-B3BC6306F52C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dirty="0"/>
                <a:t>FEB</a:t>
              </a:r>
              <a:endParaRPr lang="en-MY" sz="2400" b="1" kern="1200" dirty="0"/>
            </a:p>
          </p:txBody>
        </p:sp>
      </p:grpSp>
      <p:grpSp>
        <p:nvGrpSpPr>
          <p:cNvPr id="5307" name="Group 5306">
            <a:extLst>
              <a:ext uri="{FF2B5EF4-FFF2-40B4-BE49-F238E27FC236}">
                <a16:creationId xmlns:a16="http://schemas.microsoft.com/office/drawing/2014/main" id="{9AAB84DE-D42E-7F70-0E8B-B17853B5C8FB}"/>
              </a:ext>
            </a:extLst>
          </p:cNvPr>
          <p:cNvGrpSpPr/>
          <p:nvPr/>
        </p:nvGrpSpPr>
        <p:grpSpPr>
          <a:xfrm>
            <a:off x="5875247" y="3993872"/>
            <a:ext cx="1342446" cy="416256"/>
            <a:chOff x="1691" y="2297109"/>
            <a:chExt cx="2061119" cy="824447"/>
          </a:xfrm>
        </p:grpSpPr>
        <p:sp>
          <p:nvSpPr>
            <p:cNvPr id="5308" name="Arrow: Chevron 5307">
              <a:extLst>
                <a:ext uri="{FF2B5EF4-FFF2-40B4-BE49-F238E27FC236}">
                  <a16:creationId xmlns:a16="http://schemas.microsoft.com/office/drawing/2014/main" id="{F16BDA4D-4259-13BF-640C-E87C88B0B51C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09" name="Arrow: Chevron 4">
              <a:extLst>
                <a:ext uri="{FF2B5EF4-FFF2-40B4-BE49-F238E27FC236}">
                  <a16:creationId xmlns:a16="http://schemas.microsoft.com/office/drawing/2014/main" id="{0D1E4217-7A5B-422B-75D6-9E7D790E8E6C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310" name="Group 5309">
            <a:extLst>
              <a:ext uri="{FF2B5EF4-FFF2-40B4-BE49-F238E27FC236}">
                <a16:creationId xmlns:a16="http://schemas.microsoft.com/office/drawing/2014/main" id="{4940CB06-B93C-104A-29BF-2D50ED8C0F98}"/>
              </a:ext>
            </a:extLst>
          </p:cNvPr>
          <p:cNvGrpSpPr/>
          <p:nvPr/>
        </p:nvGrpSpPr>
        <p:grpSpPr>
          <a:xfrm>
            <a:off x="7019808" y="3993872"/>
            <a:ext cx="1342446" cy="416256"/>
            <a:chOff x="1856699" y="2297109"/>
            <a:chExt cx="2061119" cy="824447"/>
          </a:xfrm>
        </p:grpSpPr>
        <p:sp>
          <p:nvSpPr>
            <p:cNvPr id="5311" name="Arrow: Chevron 5310">
              <a:extLst>
                <a:ext uri="{FF2B5EF4-FFF2-40B4-BE49-F238E27FC236}">
                  <a16:creationId xmlns:a16="http://schemas.microsoft.com/office/drawing/2014/main" id="{71BB5B58-94D3-1841-AEE2-CEBEF5A04603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12" name="Arrow: Chevron 6">
              <a:extLst>
                <a:ext uri="{FF2B5EF4-FFF2-40B4-BE49-F238E27FC236}">
                  <a16:creationId xmlns:a16="http://schemas.microsoft.com/office/drawing/2014/main" id="{BA2B8CC9-0964-F61A-37BE-BA88CA5EC894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313" name="Group 5312">
            <a:extLst>
              <a:ext uri="{FF2B5EF4-FFF2-40B4-BE49-F238E27FC236}">
                <a16:creationId xmlns:a16="http://schemas.microsoft.com/office/drawing/2014/main" id="{69FC5757-C6CF-EF36-F15D-A4E1F74E5576}"/>
              </a:ext>
            </a:extLst>
          </p:cNvPr>
          <p:cNvGrpSpPr/>
          <p:nvPr/>
        </p:nvGrpSpPr>
        <p:grpSpPr>
          <a:xfrm>
            <a:off x="8164369" y="3993872"/>
            <a:ext cx="1342446" cy="416256"/>
            <a:chOff x="3711707" y="2297109"/>
            <a:chExt cx="2061119" cy="824447"/>
          </a:xfrm>
        </p:grpSpPr>
        <p:sp>
          <p:nvSpPr>
            <p:cNvPr id="5314" name="Arrow: Chevron 5313">
              <a:extLst>
                <a:ext uri="{FF2B5EF4-FFF2-40B4-BE49-F238E27FC236}">
                  <a16:creationId xmlns:a16="http://schemas.microsoft.com/office/drawing/2014/main" id="{23C14073-8F32-CD8C-8130-5511F0839D2B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15" name="Arrow: Chevron 8">
              <a:extLst>
                <a:ext uri="{FF2B5EF4-FFF2-40B4-BE49-F238E27FC236}">
                  <a16:creationId xmlns:a16="http://schemas.microsoft.com/office/drawing/2014/main" id="{DFF80129-DFC4-C89B-3369-3A8BAD647617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DEC</a:t>
              </a:r>
            </a:p>
          </p:txBody>
        </p:sp>
      </p:grpSp>
      <p:grpSp>
        <p:nvGrpSpPr>
          <p:cNvPr id="5316" name="Group 5315">
            <a:extLst>
              <a:ext uri="{FF2B5EF4-FFF2-40B4-BE49-F238E27FC236}">
                <a16:creationId xmlns:a16="http://schemas.microsoft.com/office/drawing/2014/main" id="{34144F28-5E78-23D3-E904-56ACB182D3C3}"/>
              </a:ext>
            </a:extLst>
          </p:cNvPr>
          <p:cNvGrpSpPr/>
          <p:nvPr/>
        </p:nvGrpSpPr>
        <p:grpSpPr>
          <a:xfrm>
            <a:off x="9308623" y="3993872"/>
            <a:ext cx="1342446" cy="416256"/>
            <a:chOff x="3711707" y="2297109"/>
            <a:chExt cx="2061119" cy="824447"/>
          </a:xfrm>
        </p:grpSpPr>
        <p:sp>
          <p:nvSpPr>
            <p:cNvPr id="5317" name="Arrow: Chevron 5316">
              <a:extLst>
                <a:ext uri="{FF2B5EF4-FFF2-40B4-BE49-F238E27FC236}">
                  <a16:creationId xmlns:a16="http://schemas.microsoft.com/office/drawing/2014/main" id="{A88294A5-47F9-3C71-68E8-A278B291CA42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18" name="Arrow: Chevron 8">
              <a:extLst>
                <a:ext uri="{FF2B5EF4-FFF2-40B4-BE49-F238E27FC236}">
                  <a16:creationId xmlns:a16="http://schemas.microsoft.com/office/drawing/2014/main" id="{66020E7B-9108-CE95-EE37-1743782E69C6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JAN</a:t>
              </a:r>
            </a:p>
          </p:txBody>
        </p:sp>
      </p:grpSp>
      <p:grpSp>
        <p:nvGrpSpPr>
          <p:cNvPr id="5319" name="Group 5318">
            <a:extLst>
              <a:ext uri="{FF2B5EF4-FFF2-40B4-BE49-F238E27FC236}">
                <a16:creationId xmlns:a16="http://schemas.microsoft.com/office/drawing/2014/main" id="{4C3A4481-C892-0101-F639-24A2E7335F5B}"/>
              </a:ext>
            </a:extLst>
          </p:cNvPr>
          <p:cNvGrpSpPr/>
          <p:nvPr/>
        </p:nvGrpSpPr>
        <p:grpSpPr>
          <a:xfrm>
            <a:off x="10386199" y="3993872"/>
            <a:ext cx="1342446" cy="416256"/>
            <a:chOff x="3711707" y="2297109"/>
            <a:chExt cx="2061119" cy="824447"/>
          </a:xfrm>
        </p:grpSpPr>
        <p:sp>
          <p:nvSpPr>
            <p:cNvPr id="5320" name="Arrow: Chevron 5319">
              <a:extLst>
                <a:ext uri="{FF2B5EF4-FFF2-40B4-BE49-F238E27FC236}">
                  <a16:creationId xmlns:a16="http://schemas.microsoft.com/office/drawing/2014/main" id="{2266CFAC-41B6-E009-96F6-6C6E44CA8C43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21" name="Arrow: Chevron 8">
              <a:extLst>
                <a:ext uri="{FF2B5EF4-FFF2-40B4-BE49-F238E27FC236}">
                  <a16:creationId xmlns:a16="http://schemas.microsoft.com/office/drawing/2014/main" id="{A992B3DF-0134-2DBD-99AA-DFC580F1E170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dirty="0"/>
                <a:t>FEB</a:t>
              </a:r>
              <a:endParaRPr lang="en-MY" sz="2400" b="1" kern="1200" dirty="0"/>
            </a:p>
          </p:txBody>
        </p:sp>
      </p:grpSp>
      <p:grpSp>
        <p:nvGrpSpPr>
          <p:cNvPr id="5322" name="Group 5321">
            <a:extLst>
              <a:ext uri="{FF2B5EF4-FFF2-40B4-BE49-F238E27FC236}">
                <a16:creationId xmlns:a16="http://schemas.microsoft.com/office/drawing/2014/main" id="{4FC79EBA-770A-2367-6279-AF43D2C579ED}"/>
              </a:ext>
            </a:extLst>
          </p:cNvPr>
          <p:cNvGrpSpPr/>
          <p:nvPr/>
        </p:nvGrpSpPr>
        <p:grpSpPr>
          <a:xfrm>
            <a:off x="5875247" y="4581746"/>
            <a:ext cx="1342446" cy="416256"/>
            <a:chOff x="1691" y="2297109"/>
            <a:chExt cx="2061119" cy="824447"/>
          </a:xfrm>
        </p:grpSpPr>
        <p:sp>
          <p:nvSpPr>
            <p:cNvPr id="5323" name="Arrow: Chevron 5322">
              <a:extLst>
                <a:ext uri="{FF2B5EF4-FFF2-40B4-BE49-F238E27FC236}">
                  <a16:creationId xmlns:a16="http://schemas.microsoft.com/office/drawing/2014/main" id="{5D6C39A7-F713-3227-5467-B8D2C8EE4C3A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24" name="Arrow: Chevron 4">
              <a:extLst>
                <a:ext uri="{FF2B5EF4-FFF2-40B4-BE49-F238E27FC236}">
                  <a16:creationId xmlns:a16="http://schemas.microsoft.com/office/drawing/2014/main" id="{6914D453-5109-1ED4-07D9-A70E247A5E79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OCT</a:t>
              </a:r>
            </a:p>
          </p:txBody>
        </p:sp>
      </p:grpSp>
      <p:grpSp>
        <p:nvGrpSpPr>
          <p:cNvPr id="5325" name="Group 5324">
            <a:extLst>
              <a:ext uri="{FF2B5EF4-FFF2-40B4-BE49-F238E27FC236}">
                <a16:creationId xmlns:a16="http://schemas.microsoft.com/office/drawing/2014/main" id="{EFAA61B3-16A6-ADA9-EEE5-600574EBD14D}"/>
              </a:ext>
            </a:extLst>
          </p:cNvPr>
          <p:cNvGrpSpPr/>
          <p:nvPr/>
        </p:nvGrpSpPr>
        <p:grpSpPr>
          <a:xfrm>
            <a:off x="7019808" y="4581746"/>
            <a:ext cx="1342446" cy="416256"/>
            <a:chOff x="1856699" y="2297109"/>
            <a:chExt cx="2061119" cy="824447"/>
          </a:xfrm>
        </p:grpSpPr>
        <p:sp>
          <p:nvSpPr>
            <p:cNvPr id="5326" name="Arrow: Chevron 5325">
              <a:extLst>
                <a:ext uri="{FF2B5EF4-FFF2-40B4-BE49-F238E27FC236}">
                  <a16:creationId xmlns:a16="http://schemas.microsoft.com/office/drawing/2014/main" id="{242E809E-DE37-1190-06D0-617518780DC4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27" name="Arrow: Chevron 6">
              <a:extLst>
                <a:ext uri="{FF2B5EF4-FFF2-40B4-BE49-F238E27FC236}">
                  <a16:creationId xmlns:a16="http://schemas.microsoft.com/office/drawing/2014/main" id="{596D7DA6-D12A-B56B-080E-55F3700132C2}"/>
                </a:ext>
              </a:extLst>
            </p:cNvPr>
            <p:cNvSpPr txBox="1"/>
            <p:nvPr/>
          </p:nvSpPr>
          <p:spPr>
            <a:xfrm>
              <a:off x="2268923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NOV</a:t>
              </a:r>
            </a:p>
          </p:txBody>
        </p:sp>
      </p:grpSp>
      <p:grpSp>
        <p:nvGrpSpPr>
          <p:cNvPr id="5328" name="Group 5327">
            <a:extLst>
              <a:ext uri="{FF2B5EF4-FFF2-40B4-BE49-F238E27FC236}">
                <a16:creationId xmlns:a16="http://schemas.microsoft.com/office/drawing/2014/main" id="{730682E3-4629-17F9-7D78-E8A91621FDF4}"/>
              </a:ext>
            </a:extLst>
          </p:cNvPr>
          <p:cNvGrpSpPr/>
          <p:nvPr/>
        </p:nvGrpSpPr>
        <p:grpSpPr>
          <a:xfrm>
            <a:off x="8164369" y="4581746"/>
            <a:ext cx="1342446" cy="416256"/>
            <a:chOff x="3711707" y="2297109"/>
            <a:chExt cx="2061119" cy="824447"/>
          </a:xfrm>
        </p:grpSpPr>
        <p:sp>
          <p:nvSpPr>
            <p:cNvPr id="5329" name="Arrow: Chevron 5328">
              <a:extLst>
                <a:ext uri="{FF2B5EF4-FFF2-40B4-BE49-F238E27FC236}">
                  <a16:creationId xmlns:a16="http://schemas.microsoft.com/office/drawing/2014/main" id="{063F1029-DDD6-D7AB-0836-E343FD96F27F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30" name="Arrow: Chevron 8">
              <a:extLst>
                <a:ext uri="{FF2B5EF4-FFF2-40B4-BE49-F238E27FC236}">
                  <a16:creationId xmlns:a16="http://schemas.microsoft.com/office/drawing/2014/main" id="{A4A79780-A786-8FBE-5138-3A74A22D5782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DEC</a:t>
              </a:r>
            </a:p>
          </p:txBody>
        </p:sp>
      </p:grpSp>
      <p:grpSp>
        <p:nvGrpSpPr>
          <p:cNvPr id="5331" name="Group 5330">
            <a:extLst>
              <a:ext uri="{FF2B5EF4-FFF2-40B4-BE49-F238E27FC236}">
                <a16:creationId xmlns:a16="http://schemas.microsoft.com/office/drawing/2014/main" id="{A938853E-CF35-4421-CFAF-563E2411502B}"/>
              </a:ext>
            </a:extLst>
          </p:cNvPr>
          <p:cNvGrpSpPr/>
          <p:nvPr/>
        </p:nvGrpSpPr>
        <p:grpSpPr>
          <a:xfrm>
            <a:off x="9308623" y="4581746"/>
            <a:ext cx="1342446" cy="416256"/>
            <a:chOff x="3711707" y="2297109"/>
            <a:chExt cx="2061119" cy="824447"/>
          </a:xfrm>
        </p:grpSpPr>
        <p:sp>
          <p:nvSpPr>
            <p:cNvPr id="5332" name="Arrow: Chevron 5331">
              <a:extLst>
                <a:ext uri="{FF2B5EF4-FFF2-40B4-BE49-F238E27FC236}">
                  <a16:creationId xmlns:a16="http://schemas.microsoft.com/office/drawing/2014/main" id="{953DB0AE-D21D-B96B-228D-37D5F952C84B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33" name="Arrow: Chevron 8">
              <a:extLst>
                <a:ext uri="{FF2B5EF4-FFF2-40B4-BE49-F238E27FC236}">
                  <a16:creationId xmlns:a16="http://schemas.microsoft.com/office/drawing/2014/main" id="{245B8EF9-18F2-AA98-11E0-4BCFBC78A470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kern="1200" dirty="0"/>
                <a:t>JAN</a:t>
              </a:r>
            </a:p>
          </p:txBody>
        </p:sp>
      </p:grpSp>
      <p:grpSp>
        <p:nvGrpSpPr>
          <p:cNvPr id="5334" name="Group 5333">
            <a:extLst>
              <a:ext uri="{FF2B5EF4-FFF2-40B4-BE49-F238E27FC236}">
                <a16:creationId xmlns:a16="http://schemas.microsoft.com/office/drawing/2014/main" id="{760A025F-AEB4-1F61-4F69-E6B5A47D7EAA}"/>
              </a:ext>
            </a:extLst>
          </p:cNvPr>
          <p:cNvGrpSpPr/>
          <p:nvPr/>
        </p:nvGrpSpPr>
        <p:grpSpPr>
          <a:xfrm>
            <a:off x="10386199" y="4581746"/>
            <a:ext cx="1342446" cy="416256"/>
            <a:chOff x="3711707" y="2297109"/>
            <a:chExt cx="2061119" cy="824447"/>
          </a:xfrm>
        </p:grpSpPr>
        <p:sp>
          <p:nvSpPr>
            <p:cNvPr id="5335" name="Arrow: Chevron 5334">
              <a:extLst>
                <a:ext uri="{FF2B5EF4-FFF2-40B4-BE49-F238E27FC236}">
                  <a16:creationId xmlns:a16="http://schemas.microsoft.com/office/drawing/2014/main" id="{4E6FB6E6-B842-897C-8498-4BC6883FED9C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36" name="Arrow: Chevron 8">
              <a:extLst>
                <a:ext uri="{FF2B5EF4-FFF2-40B4-BE49-F238E27FC236}">
                  <a16:creationId xmlns:a16="http://schemas.microsoft.com/office/drawing/2014/main" id="{301E4C3A-60FC-6709-F586-D71424D59618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400" b="1" dirty="0"/>
                <a:t>FEB</a:t>
              </a:r>
              <a:endParaRPr lang="en-MY" sz="2400" b="1" kern="1200" dirty="0"/>
            </a:p>
          </p:txBody>
        </p:sp>
      </p:grpSp>
      <p:grpSp>
        <p:nvGrpSpPr>
          <p:cNvPr id="5352" name="Group 5351">
            <a:extLst>
              <a:ext uri="{FF2B5EF4-FFF2-40B4-BE49-F238E27FC236}">
                <a16:creationId xmlns:a16="http://schemas.microsoft.com/office/drawing/2014/main" id="{EA7B1669-B6CB-3184-1F25-5A47C0FD2869}"/>
              </a:ext>
            </a:extLst>
          </p:cNvPr>
          <p:cNvGrpSpPr/>
          <p:nvPr/>
        </p:nvGrpSpPr>
        <p:grpSpPr>
          <a:xfrm>
            <a:off x="10963891" y="5840102"/>
            <a:ext cx="1182622" cy="416256"/>
            <a:chOff x="3711707" y="2297109"/>
            <a:chExt cx="2061119" cy="824447"/>
          </a:xfrm>
        </p:grpSpPr>
        <p:sp>
          <p:nvSpPr>
            <p:cNvPr id="5353" name="Arrow: Chevron 5352">
              <a:extLst>
                <a:ext uri="{FF2B5EF4-FFF2-40B4-BE49-F238E27FC236}">
                  <a16:creationId xmlns:a16="http://schemas.microsoft.com/office/drawing/2014/main" id="{9A200459-9CEC-0015-8B83-ECE43F609285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54" name="Arrow: Chevron 8">
              <a:extLst>
                <a:ext uri="{FF2B5EF4-FFF2-40B4-BE49-F238E27FC236}">
                  <a16:creationId xmlns:a16="http://schemas.microsoft.com/office/drawing/2014/main" id="{B30A2DF8-2871-5AC5-CF86-3C3710A3FDC2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b="1" kern="1200" dirty="0"/>
                <a:t>MAR</a:t>
              </a:r>
            </a:p>
          </p:txBody>
        </p:sp>
      </p:grpSp>
      <p:grpSp>
        <p:nvGrpSpPr>
          <p:cNvPr id="5355" name="Group 5354">
            <a:extLst>
              <a:ext uri="{FF2B5EF4-FFF2-40B4-BE49-F238E27FC236}">
                <a16:creationId xmlns:a16="http://schemas.microsoft.com/office/drawing/2014/main" id="{DFEB1F61-DE7E-EB26-9FAF-5A5200AB20FE}"/>
              </a:ext>
            </a:extLst>
          </p:cNvPr>
          <p:cNvGrpSpPr/>
          <p:nvPr/>
        </p:nvGrpSpPr>
        <p:grpSpPr>
          <a:xfrm>
            <a:off x="5875247" y="5195576"/>
            <a:ext cx="1173455" cy="416256"/>
            <a:chOff x="1691" y="2297109"/>
            <a:chExt cx="2061119" cy="824447"/>
          </a:xfrm>
        </p:grpSpPr>
        <p:sp>
          <p:nvSpPr>
            <p:cNvPr id="5356" name="Arrow: Chevron 5355">
              <a:extLst>
                <a:ext uri="{FF2B5EF4-FFF2-40B4-BE49-F238E27FC236}">
                  <a16:creationId xmlns:a16="http://schemas.microsoft.com/office/drawing/2014/main" id="{9AD01A8B-ECC3-935A-1C44-E07640DF7EAC}"/>
                </a:ext>
              </a:extLst>
            </p:cNvPr>
            <p:cNvSpPr/>
            <p:nvPr/>
          </p:nvSpPr>
          <p:spPr>
            <a:xfrm>
              <a:off x="1691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57" name="Arrow: Chevron 4">
              <a:extLst>
                <a:ext uri="{FF2B5EF4-FFF2-40B4-BE49-F238E27FC236}">
                  <a16:creationId xmlns:a16="http://schemas.microsoft.com/office/drawing/2014/main" id="{A6745970-35B8-4E11-5A1D-F22290B16154}"/>
                </a:ext>
              </a:extLst>
            </p:cNvPr>
            <p:cNvSpPr txBox="1"/>
            <p:nvPr/>
          </p:nvSpPr>
          <p:spPr>
            <a:xfrm>
              <a:off x="413915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OCT</a:t>
              </a:r>
            </a:p>
          </p:txBody>
        </p:sp>
      </p:grpSp>
      <p:grpSp>
        <p:nvGrpSpPr>
          <p:cNvPr id="5358" name="Group 5357">
            <a:extLst>
              <a:ext uri="{FF2B5EF4-FFF2-40B4-BE49-F238E27FC236}">
                <a16:creationId xmlns:a16="http://schemas.microsoft.com/office/drawing/2014/main" id="{C24BB340-9623-EC11-65C3-E3D9D8ECFC60}"/>
              </a:ext>
            </a:extLst>
          </p:cNvPr>
          <p:cNvGrpSpPr/>
          <p:nvPr/>
        </p:nvGrpSpPr>
        <p:grpSpPr>
          <a:xfrm>
            <a:off x="6876504" y="5195576"/>
            <a:ext cx="1173455" cy="416256"/>
            <a:chOff x="1856699" y="2297109"/>
            <a:chExt cx="2061119" cy="824447"/>
          </a:xfrm>
        </p:grpSpPr>
        <p:sp>
          <p:nvSpPr>
            <p:cNvPr id="5359" name="Arrow: Chevron 5358">
              <a:extLst>
                <a:ext uri="{FF2B5EF4-FFF2-40B4-BE49-F238E27FC236}">
                  <a16:creationId xmlns:a16="http://schemas.microsoft.com/office/drawing/2014/main" id="{1C45AD71-CB26-D470-BD77-579AA524ED01}"/>
                </a:ext>
              </a:extLst>
            </p:cNvPr>
            <p:cNvSpPr/>
            <p:nvPr/>
          </p:nvSpPr>
          <p:spPr>
            <a:xfrm>
              <a:off x="1856699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60" name="Arrow: Chevron 6">
              <a:extLst>
                <a:ext uri="{FF2B5EF4-FFF2-40B4-BE49-F238E27FC236}">
                  <a16:creationId xmlns:a16="http://schemas.microsoft.com/office/drawing/2014/main" id="{486B8BCB-71B0-CE5D-5B85-18E7CCB2C5BE}"/>
                </a:ext>
              </a:extLst>
            </p:cNvPr>
            <p:cNvSpPr txBox="1"/>
            <p:nvPr/>
          </p:nvSpPr>
          <p:spPr>
            <a:xfrm>
              <a:off x="2268923" y="2297109"/>
              <a:ext cx="1236671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NOV</a:t>
              </a:r>
            </a:p>
          </p:txBody>
        </p:sp>
      </p:grpSp>
      <p:grpSp>
        <p:nvGrpSpPr>
          <p:cNvPr id="5361" name="Group 5360">
            <a:extLst>
              <a:ext uri="{FF2B5EF4-FFF2-40B4-BE49-F238E27FC236}">
                <a16:creationId xmlns:a16="http://schemas.microsoft.com/office/drawing/2014/main" id="{457CB96E-9054-4365-9874-1F16AE4611BD}"/>
              </a:ext>
            </a:extLst>
          </p:cNvPr>
          <p:cNvGrpSpPr/>
          <p:nvPr/>
        </p:nvGrpSpPr>
        <p:grpSpPr>
          <a:xfrm>
            <a:off x="7905057" y="5195576"/>
            <a:ext cx="1173455" cy="416256"/>
            <a:chOff x="3711707" y="2297109"/>
            <a:chExt cx="2061119" cy="824447"/>
          </a:xfrm>
        </p:grpSpPr>
        <p:sp>
          <p:nvSpPr>
            <p:cNvPr id="5362" name="Arrow: Chevron 5361">
              <a:extLst>
                <a:ext uri="{FF2B5EF4-FFF2-40B4-BE49-F238E27FC236}">
                  <a16:creationId xmlns:a16="http://schemas.microsoft.com/office/drawing/2014/main" id="{725321FF-B82D-D825-122B-089918B5C0DB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63" name="Arrow: Chevron 8">
              <a:extLst>
                <a:ext uri="{FF2B5EF4-FFF2-40B4-BE49-F238E27FC236}">
                  <a16:creationId xmlns:a16="http://schemas.microsoft.com/office/drawing/2014/main" id="{2F92AB1C-AEFC-EAF9-AF34-B6E1857E35BB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DEC</a:t>
              </a:r>
            </a:p>
          </p:txBody>
        </p:sp>
      </p:grpSp>
      <p:grpSp>
        <p:nvGrpSpPr>
          <p:cNvPr id="5364" name="Group 5363">
            <a:extLst>
              <a:ext uri="{FF2B5EF4-FFF2-40B4-BE49-F238E27FC236}">
                <a16:creationId xmlns:a16="http://schemas.microsoft.com/office/drawing/2014/main" id="{AF264768-B769-EA4A-913C-AA29F8393739}"/>
              </a:ext>
            </a:extLst>
          </p:cNvPr>
          <p:cNvGrpSpPr/>
          <p:nvPr/>
        </p:nvGrpSpPr>
        <p:grpSpPr>
          <a:xfrm>
            <a:off x="8933306" y="5195576"/>
            <a:ext cx="1173455" cy="416256"/>
            <a:chOff x="3711707" y="2297109"/>
            <a:chExt cx="2061119" cy="824447"/>
          </a:xfrm>
        </p:grpSpPr>
        <p:sp>
          <p:nvSpPr>
            <p:cNvPr id="5365" name="Arrow: Chevron 5364">
              <a:extLst>
                <a:ext uri="{FF2B5EF4-FFF2-40B4-BE49-F238E27FC236}">
                  <a16:creationId xmlns:a16="http://schemas.microsoft.com/office/drawing/2014/main" id="{1595A0DE-5C68-9867-8300-18F03BA5FC34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66" name="Arrow: Chevron 8">
              <a:extLst>
                <a:ext uri="{FF2B5EF4-FFF2-40B4-BE49-F238E27FC236}">
                  <a16:creationId xmlns:a16="http://schemas.microsoft.com/office/drawing/2014/main" id="{BE5F018C-DC0E-8074-9251-370D44B3CC9F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kern="1200" dirty="0"/>
                <a:t>JAN</a:t>
              </a:r>
            </a:p>
          </p:txBody>
        </p:sp>
      </p:grpSp>
      <p:grpSp>
        <p:nvGrpSpPr>
          <p:cNvPr id="5367" name="Group 5366">
            <a:extLst>
              <a:ext uri="{FF2B5EF4-FFF2-40B4-BE49-F238E27FC236}">
                <a16:creationId xmlns:a16="http://schemas.microsoft.com/office/drawing/2014/main" id="{04BFCF15-4C63-5FA2-5C57-26C627C00743}"/>
              </a:ext>
            </a:extLst>
          </p:cNvPr>
          <p:cNvGrpSpPr/>
          <p:nvPr/>
        </p:nvGrpSpPr>
        <p:grpSpPr>
          <a:xfrm>
            <a:off x="9949463" y="5195576"/>
            <a:ext cx="1173455" cy="416256"/>
            <a:chOff x="3711707" y="2297109"/>
            <a:chExt cx="2061119" cy="824447"/>
          </a:xfrm>
        </p:grpSpPr>
        <p:sp>
          <p:nvSpPr>
            <p:cNvPr id="5368" name="Arrow: Chevron 5367">
              <a:extLst>
                <a:ext uri="{FF2B5EF4-FFF2-40B4-BE49-F238E27FC236}">
                  <a16:creationId xmlns:a16="http://schemas.microsoft.com/office/drawing/2014/main" id="{9B73C86A-4E1F-77F9-923C-4F2E614E15F8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69" name="Arrow: Chevron 8">
              <a:extLst>
                <a:ext uri="{FF2B5EF4-FFF2-40B4-BE49-F238E27FC236}">
                  <a16:creationId xmlns:a16="http://schemas.microsoft.com/office/drawing/2014/main" id="{FE599CE5-4BB9-8F40-5402-70CA485D3321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2000" b="1" dirty="0"/>
                <a:t>FEB</a:t>
              </a:r>
              <a:endParaRPr lang="en-MY" sz="2000" b="1" kern="1200" dirty="0"/>
            </a:p>
          </p:txBody>
        </p:sp>
      </p:grpSp>
      <p:grpSp>
        <p:nvGrpSpPr>
          <p:cNvPr id="5370" name="Group 5369">
            <a:extLst>
              <a:ext uri="{FF2B5EF4-FFF2-40B4-BE49-F238E27FC236}">
                <a16:creationId xmlns:a16="http://schemas.microsoft.com/office/drawing/2014/main" id="{BFEE6224-6A11-38DE-D518-792799809814}"/>
              </a:ext>
            </a:extLst>
          </p:cNvPr>
          <p:cNvGrpSpPr/>
          <p:nvPr/>
        </p:nvGrpSpPr>
        <p:grpSpPr>
          <a:xfrm>
            <a:off x="10963891" y="5205808"/>
            <a:ext cx="1182622" cy="416256"/>
            <a:chOff x="3711707" y="2297109"/>
            <a:chExt cx="2061119" cy="824447"/>
          </a:xfrm>
        </p:grpSpPr>
        <p:sp>
          <p:nvSpPr>
            <p:cNvPr id="5371" name="Arrow: Chevron 5370">
              <a:extLst>
                <a:ext uri="{FF2B5EF4-FFF2-40B4-BE49-F238E27FC236}">
                  <a16:creationId xmlns:a16="http://schemas.microsoft.com/office/drawing/2014/main" id="{BC9E23C5-6769-49D2-9834-21836B09B9B7}"/>
                </a:ext>
              </a:extLst>
            </p:cNvPr>
            <p:cNvSpPr/>
            <p:nvPr/>
          </p:nvSpPr>
          <p:spPr>
            <a:xfrm>
              <a:off x="3711707" y="2297109"/>
              <a:ext cx="2061119" cy="82444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72" name="Arrow: Chevron 8">
              <a:extLst>
                <a:ext uri="{FF2B5EF4-FFF2-40B4-BE49-F238E27FC236}">
                  <a16:creationId xmlns:a16="http://schemas.microsoft.com/office/drawing/2014/main" id="{B46F5723-9204-45F6-0BC4-66DF90233BBC}"/>
                </a:ext>
              </a:extLst>
            </p:cNvPr>
            <p:cNvSpPr txBox="1"/>
            <p:nvPr/>
          </p:nvSpPr>
          <p:spPr>
            <a:xfrm>
              <a:off x="4123931" y="2297109"/>
              <a:ext cx="1236672" cy="824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018" tIns="48006" rIns="48006" bIns="48006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b="1" kern="1200" dirty="0"/>
                <a:t>MAR</a:t>
              </a:r>
            </a:p>
          </p:txBody>
        </p:sp>
      </p:grpSp>
      <p:pic>
        <p:nvPicPr>
          <p:cNvPr id="5374" name="Picture 5373">
            <a:extLst>
              <a:ext uri="{FF2B5EF4-FFF2-40B4-BE49-F238E27FC236}">
                <a16:creationId xmlns:a16="http://schemas.microsoft.com/office/drawing/2014/main" id="{108AE2C8-733E-A55D-3F95-4E3DB51FF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020" y="615431"/>
            <a:ext cx="2507853" cy="5232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18EDE-1D15-531B-9DFA-65C51986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3" y="499038"/>
            <a:ext cx="11580125" cy="600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76836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sz="18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kumimoji="1" dirty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45775</TotalTime>
  <Pages>0</Pages>
  <Words>142</Words>
  <Characters>0</Characters>
  <Application>Microsoft Office PowerPoint</Application>
  <DocSecurity>0</DocSecurity>
  <PresentationFormat>Widescreen</PresentationFormat>
  <Lines>0</Lines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Meiryo UI</vt:lpstr>
      <vt:lpstr>Arial</vt:lpstr>
      <vt:lpstr>Calibri</vt:lpstr>
      <vt:lpstr>2_Default Design</vt:lpstr>
      <vt:lpstr>PowerPoint Presentation</vt:lpstr>
      <vt:lpstr>PowerPoint Presentation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shafiqah</dc:creator>
  <cp:keywords/>
  <dc:description/>
  <cp:lastModifiedBy>M LOGASENAN</cp:lastModifiedBy>
  <cp:revision>1303</cp:revision>
  <cp:lastPrinted>2022-12-07T22:38:43Z</cp:lastPrinted>
  <dcterms:created xsi:type="dcterms:W3CDTF">2020-06-02T08:35:00Z</dcterms:created>
  <dcterms:modified xsi:type="dcterms:W3CDTF">2025-10-10T07:27:13Z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1033-9.1.0.4550</vt:lpwstr>
  </property>
</Properties>
</file>