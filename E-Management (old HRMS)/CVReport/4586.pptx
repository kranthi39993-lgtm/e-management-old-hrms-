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1104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052C3-3885-4AC6-A975-C13432626954}" type="datetimeFigureOut">
              <a:rPr lang="zh-TW" altLang="en-US" smtClean="0"/>
              <a:t>2018/9/18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64383-6734-4094-8231-29C4A05A862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052C3-3885-4AC6-A975-C13432626954}" type="datetimeFigureOut">
              <a:rPr lang="zh-TW" altLang="en-US" smtClean="0"/>
              <a:t>2018/9/18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64383-6734-4094-8231-29C4A05A862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052C3-3885-4AC6-A975-C13432626954}" type="datetimeFigureOut">
              <a:rPr lang="zh-TW" altLang="en-US" smtClean="0"/>
              <a:t>2018/9/18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64383-6734-4094-8231-29C4A05A862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052C3-3885-4AC6-A975-C13432626954}" type="datetimeFigureOut">
              <a:rPr lang="zh-TW" altLang="en-US" smtClean="0"/>
              <a:t>2018/9/18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64383-6734-4094-8231-29C4A05A862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052C3-3885-4AC6-A975-C13432626954}" type="datetimeFigureOut">
              <a:rPr lang="zh-TW" altLang="en-US" smtClean="0"/>
              <a:t>2018/9/18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64383-6734-4094-8231-29C4A05A862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052C3-3885-4AC6-A975-C13432626954}" type="datetimeFigureOut">
              <a:rPr lang="zh-TW" altLang="en-US" smtClean="0"/>
              <a:t>2018/9/18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64383-6734-4094-8231-29C4A05A862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052C3-3885-4AC6-A975-C13432626954}" type="datetimeFigureOut">
              <a:rPr lang="zh-TW" altLang="en-US" smtClean="0"/>
              <a:t>2018/9/18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64383-6734-4094-8231-29C4A05A862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052C3-3885-4AC6-A975-C13432626954}" type="datetimeFigureOut">
              <a:rPr lang="zh-TW" altLang="en-US" smtClean="0"/>
              <a:t>2018/9/18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64383-6734-4094-8231-29C4A05A862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052C3-3885-4AC6-A975-C13432626954}" type="datetimeFigureOut">
              <a:rPr lang="zh-TW" altLang="en-US" smtClean="0"/>
              <a:t>2018/9/18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64383-6734-4094-8231-29C4A05A862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052C3-3885-4AC6-A975-C13432626954}" type="datetimeFigureOut">
              <a:rPr lang="zh-TW" altLang="en-US" smtClean="0"/>
              <a:t>2018/9/18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64383-6734-4094-8231-29C4A05A862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052C3-3885-4AC6-A975-C13432626954}" type="datetimeFigureOut">
              <a:rPr lang="zh-TW" altLang="en-US" smtClean="0"/>
              <a:t>2018/9/18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64383-6734-4094-8231-29C4A05A862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3052C3-3885-4AC6-A975-C13432626954}" type="datetimeFigureOut">
              <a:rPr lang="zh-TW" altLang="en-US" smtClean="0"/>
              <a:t>2018/9/18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A64383-6734-4094-8231-29C4A05A862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8601" y="76200"/>
          <a:ext cx="8915400" cy="4651626"/>
        </p:xfrm>
        <a:graphic>
          <a:graphicData uri="http://schemas.openxmlformats.org/drawingml/2006/table">
            <a:tbl>
              <a:tblPr/>
              <a:tblGrid>
                <a:gridCol w="4732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89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4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26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900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502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760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6462"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TAIWAN AUTOMATION - CONCLUSION</a:t>
                      </a:r>
                    </a:p>
                  </a:txBody>
                  <a:tcPr marL="5086" marR="5086" marT="50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5086" marR="5086" marT="50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5086" marR="5086" marT="50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91">
                <a:tc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5086" marR="5086" marT="50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5086" marR="5086" marT="50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5086" marR="5086" marT="50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5086" marR="5086" marT="50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5086" marR="5086" marT="50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5086" marR="5086" marT="50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5086" marR="5086" marT="50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latin typeface="+mj-lt"/>
                        </a:rPr>
                        <a:t>12th Sept 2018</a:t>
                      </a:r>
                    </a:p>
                  </a:txBody>
                  <a:tcPr marL="5086" marR="5086" marT="50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28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+mj-lt"/>
                        </a:rPr>
                        <a:t>No</a:t>
                      </a:r>
                    </a:p>
                  </a:txBody>
                  <a:tcPr marL="5086" marR="5086" marT="50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+mj-lt"/>
                        </a:rPr>
                        <a:t>Supplier</a:t>
                      </a:r>
                    </a:p>
                  </a:txBody>
                  <a:tcPr marL="5086" marR="5086" marT="50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+mj-lt"/>
                        </a:rPr>
                        <a:t>Dept</a:t>
                      </a:r>
                    </a:p>
                  </a:txBody>
                  <a:tcPr marL="5086" marR="5086" marT="50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+mj-lt"/>
                        </a:rPr>
                        <a:t>Project</a:t>
                      </a:r>
                    </a:p>
                  </a:txBody>
                  <a:tcPr marL="5086" marR="5086" marT="50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+mj-lt"/>
                        </a:rPr>
                        <a:t>Capability</a:t>
                      </a:r>
                    </a:p>
                  </a:txBody>
                  <a:tcPr marL="5086" marR="5086" marT="50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latin typeface="+mj-lt"/>
                        </a:rPr>
                        <a:t>Lead</a:t>
                      </a:r>
                    </a:p>
                  </a:txBody>
                  <a:tcPr marL="5086" marR="5086" marT="50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+mj-lt"/>
                        </a:rPr>
                        <a:t>Remark</a:t>
                      </a:r>
                    </a:p>
                  </a:txBody>
                  <a:tcPr marL="5086" marR="5086" marT="50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+mj-lt"/>
                        </a:rPr>
                        <a:t>Estimated Completion date</a:t>
                      </a:r>
                    </a:p>
                  </a:txBody>
                  <a:tcPr marL="5086" marR="5086" marT="50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701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1</a:t>
                      </a:r>
                    </a:p>
                  </a:txBody>
                  <a:tcPr marL="5086" marR="5086" marT="50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+mj-lt"/>
                        </a:rPr>
                        <a:t>Winstar</a:t>
                      </a:r>
                    </a:p>
                  </a:txBody>
                  <a:tcPr marL="5086" marR="5086" marT="50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+mj-lt"/>
                        </a:rPr>
                        <a:t>TPH</a:t>
                      </a:r>
                    </a:p>
                  </a:txBody>
                  <a:tcPr marL="5086" marR="5086" marT="50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+mj-lt"/>
                        </a:rPr>
                        <a:t>Auto Visual Inspection</a:t>
                      </a:r>
                    </a:p>
                  </a:txBody>
                  <a:tcPr marL="5086" marR="5086" marT="50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latin typeface="+mj-lt"/>
                        </a:rPr>
                        <a:t>95%</a:t>
                      </a:r>
                    </a:p>
                  </a:txBody>
                  <a:tcPr marL="5086" marR="5086" marT="50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+mj-lt"/>
                        </a:rPr>
                        <a:t>Mr Justin</a:t>
                      </a:r>
                    </a:p>
                  </a:txBody>
                  <a:tcPr marL="5086" marR="5086" marT="50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+mj-lt"/>
                        </a:rPr>
                        <a:t>Pending onnly on the software, detection 100% comply</a:t>
                      </a:r>
                    </a:p>
                  </a:txBody>
                  <a:tcPr marL="5086" marR="5086" marT="50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+mj-lt"/>
                        </a:rPr>
                        <a:t>JAN-2019</a:t>
                      </a:r>
                    </a:p>
                  </a:txBody>
                  <a:tcPr marL="5086" marR="5086" marT="50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701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latin typeface="+mj-lt"/>
                        </a:rPr>
                        <a:t>2</a:t>
                      </a:r>
                    </a:p>
                  </a:txBody>
                  <a:tcPr marL="5086" marR="5086" marT="50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+mj-lt"/>
                        </a:rPr>
                        <a:t>Winstar</a:t>
                      </a:r>
                    </a:p>
                  </a:txBody>
                  <a:tcPr marL="5086" marR="5086" marT="50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+mj-lt"/>
                        </a:rPr>
                        <a:t>Substrate</a:t>
                      </a:r>
                    </a:p>
                  </a:txBody>
                  <a:tcPr marL="5086" marR="5086" marT="50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+mj-lt"/>
                        </a:rPr>
                        <a:t>Film Inspection</a:t>
                      </a:r>
                    </a:p>
                  </a:txBody>
                  <a:tcPr marL="5086" marR="5086" marT="50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latin typeface="+mj-lt"/>
                        </a:rPr>
                        <a:t>95%</a:t>
                      </a:r>
                    </a:p>
                  </a:txBody>
                  <a:tcPr marL="5086" marR="5086" marT="50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+mj-lt"/>
                        </a:rPr>
                        <a:t>Mr Siva</a:t>
                      </a:r>
                    </a:p>
                  </a:txBody>
                  <a:tcPr marL="5086" marR="5086" marT="50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+mj-lt"/>
                        </a:rPr>
                        <a:t>Submit sample of NG film for vision confirmation</a:t>
                      </a:r>
                    </a:p>
                  </a:txBody>
                  <a:tcPr marL="5086" marR="5086" marT="50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+mj-lt"/>
                        </a:rPr>
                        <a:t>DEC-2018</a:t>
                      </a:r>
                    </a:p>
                  </a:txBody>
                  <a:tcPr marL="5086" marR="5086" marT="50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701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latin typeface="+mj-lt"/>
                        </a:rPr>
                        <a:t>3</a:t>
                      </a:r>
                    </a:p>
                  </a:txBody>
                  <a:tcPr marL="5086" marR="5086" marT="50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+mj-lt"/>
                        </a:rPr>
                        <a:t>Chenger</a:t>
                      </a:r>
                    </a:p>
                  </a:txBody>
                  <a:tcPr marL="5086" marR="5086" marT="50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+mj-lt"/>
                        </a:rPr>
                        <a:t>CV</a:t>
                      </a:r>
                    </a:p>
                  </a:txBody>
                  <a:tcPr marL="5086" marR="5086" marT="50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+mj-lt"/>
                        </a:rPr>
                        <a:t>Auto Visual Inspection</a:t>
                      </a:r>
                    </a:p>
                  </a:txBody>
                  <a:tcPr marL="5086" marR="5086" marT="50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latin typeface="+mj-lt"/>
                        </a:rPr>
                        <a:t>90%</a:t>
                      </a:r>
                    </a:p>
                  </a:txBody>
                  <a:tcPr marL="5086" marR="5086" marT="50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latin typeface="+mj-lt"/>
                        </a:rPr>
                        <a:t>Mr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latin typeface="+mj-lt"/>
                        </a:rPr>
                        <a:t>Azham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5086" marR="5086" marT="50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+mj-lt"/>
                        </a:rPr>
                        <a:t>Further confirm for tighter inlap product - Final confirmation</a:t>
                      </a:r>
                    </a:p>
                  </a:txBody>
                  <a:tcPr marL="5086" marR="5086" marT="50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+mj-lt"/>
                        </a:rPr>
                        <a:t>JAN-2019</a:t>
                      </a:r>
                    </a:p>
                  </a:txBody>
                  <a:tcPr marL="5086" marR="5086" marT="50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701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latin typeface="+mj-lt"/>
                        </a:rPr>
                        <a:t>4</a:t>
                      </a:r>
                    </a:p>
                  </a:txBody>
                  <a:tcPr marL="5086" marR="5086" marT="50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D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+mj-lt"/>
                        </a:rPr>
                        <a:t>Chenger</a:t>
                      </a:r>
                    </a:p>
                  </a:txBody>
                  <a:tcPr marL="5086" marR="5086" marT="50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D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+mj-lt"/>
                        </a:rPr>
                        <a:t>F.Magnet</a:t>
                      </a:r>
                    </a:p>
                  </a:txBody>
                  <a:tcPr marL="5086" marR="5086" marT="50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D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+mj-lt"/>
                        </a:rPr>
                        <a:t>Auto Visual Inspection</a:t>
                      </a:r>
                    </a:p>
                  </a:txBody>
                  <a:tcPr marL="5086" marR="5086" marT="50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latin typeface="+mj-lt"/>
                        </a:rPr>
                        <a:t>10%</a:t>
                      </a:r>
                    </a:p>
                  </a:txBody>
                  <a:tcPr marL="5086" marR="5086" marT="50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D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+mj-lt"/>
                        </a:rPr>
                        <a:t>Mr Shahrudin/Mr Arif</a:t>
                      </a:r>
                    </a:p>
                  </a:txBody>
                  <a:tcPr marL="5086" marR="5086" marT="50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D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+mj-lt"/>
                        </a:rPr>
                        <a:t>Pending for Visual defect verification</a:t>
                      </a:r>
                    </a:p>
                  </a:txBody>
                  <a:tcPr marL="5086" marR="5086" marT="50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D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+mj-lt"/>
                        </a:rPr>
                        <a:t>JAN-2019</a:t>
                      </a:r>
                    </a:p>
                  </a:txBody>
                  <a:tcPr marL="5086" marR="5086" marT="50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7701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latin typeface="+mj-lt"/>
                        </a:rPr>
                        <a:t>5</a:t>
                      </a:r>
                    </a:p>
                  </a:txBody>
                  <a:tcPr marL="5086" marR="5086" marT="50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D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+mj-lt"/>
                        </a:rPr>
                        <a:t>Min Jui</a:t>
                      </a:r>
                    </a:p>
                  </a:txBody>
                  <a:tcPr marL="5086" marR="5086" marT="50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D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+mj-lt"/>
                        </a:rPr>
                        <a:t>F.Magnet</a:t>
                      </a:r>
                    </a:p>
                  </a:txBody>
                  <a:tcPr marL="5086" marR="5086" marT="50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D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+mj-lt"/>
                        </a:rPr>
                        <a:t>Auto Visual Inspection</a:t>
                      </a:r>
                    </a:p>
                  </a:txBody>
                  <a:tcPr marL="5086" marR="5086" marT="50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latin typeface="+mj-lt"/>
                        </a:rPr>
                        <a:t>10%</a:t>
                      </a:r>
                    </a:p>
                  </a:txBody>
                  <a:tcPr marL="5086" marR="5086" marT="50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D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latin typeface="+mj-lt"/>
                        </a:rPr>
                        <a:t>Mr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latin typeface="+mj-lt"/>
                        </a:rPr>
                        <a:t>Shahrudin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/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latin typeface="+mj-lt"/>
                        </a:rPr>
                        <a:t>Mr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latin typeface="+mj-lt"/>
                        </a:rPr>
                        <a:t>Arif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5086" marR="5086" marT="50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D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+mj-lt"/>
                        </a:rPr>
                        <a:t>In initial stage of confirmation for defect</a:t>
                      </a:r>
                    </a:p>
                  </a:txBody>
                  <a:tcPr marL="5086" marR="5086" marT="50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D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JAN-2019</a:t>
                      </a:r>
                    </a:p>
                  </a:txBody>
                  <a:tcPr marL="5086" marR="5086" marT="50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81000" y="4798874"/>
            <a:ext cx="786330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COMMENT</a:t>
            </a:r>
          </a:p>
          <a:p>
            <a:pPr marL="342900" indent="-342900">
              <a:buAutoNum type="alphaLcPeriod"/>
            </a:pPr>
            <a:r>
              <a:rPr lang="en-US" altLang="zh-TW" dirty="0"/>
              <a:t>Item 1 ~ 3, the suppliers capability is satisfactory. </a:t>
            </a:r>
          </a:p>
          <a:p>
            <a:pPr marL="342900" indent="-342900">
              <a:buAutoNum type="alphaLcPeriod"/>
            </a:pPr>
            <a:r>
              <a:rPr lang="en-US" altLang="zh-TW" dirty="0" err="1"/>
              <a:t>Maruwa</a:t>
            </a:r>
            <a:r>
              <a:rPr lang="en-US" altLang="zh-TW" dirty="0"/>
              <a:t> need to support in term of NG samples and </a:t>
            </a:r>
            <a:r>
              <a:rPr lang="en-US" altLang="zh-TW" dirty="0" err="1"/>
              <a:t>judgement</a:t>
            </a:r>
            <a:r>
              <a:rPr lang="en-US" altLang="zh-TW" dirty="0"/>
              <a:t> method (TPH)</a:t>
            </a:r>
          </a:p>
          <a:p>
            <a:pPr marL="342900" indent="-342900">
              <a:buAutoNum type="alphaLcPeriod"/>
            </a:pPr>
            <a:r>
              <a:rPr lang="en-US" altLang="zh-TW" dirty="0"/>
              <a:t>Item 1 ~ 3 should be </a:t>
            </a:r>
            <a:r>
              <a:rPr lang="en-US" altLang="zh-TW" dirty="0" err="1"/>
              <a:t>finalise</a:t>
            </a:r>
            <a:r>
              <a:rPr lang="en-US" altLang="zh-TW" dirty="0"/>
              <a:t> for PO issuance by 24</a:t>
            </a:r>
            <a:r>
              <a:rPr lang="en-US" altLang="zh-TW" baseline="30000" dirty="0"/>
              <a:t>th</a:t>
            </a:r>
            <a:r>
              <a:rPr lang="en-US" altLang="zh-TW" dirty="0"/>
              <a:t> Sept</a:t>
            </a:r>
          </a:p>
          <a:p>
            <a:pPr marL="342900" indent="-342900">
              <a:buAutoNum type="alphaLcPeriod"/>
            </a:pPr>
            <a:r>
              <a:rPr lang="en-US" altLang="zh-TW" dirty="0"/>
              <a:t>Project lead by HOD supported by </a:t>
            </a:r>
            <a:r>
              <a:rPr lang="en-US" altLang="zh-TW" dirty="0" err="1"/>
              <a:t>Mr</a:t>
            </a:r>
            <a:r>
              <a:rPr lang="en-US" altLang="zh-TW" dirty="0"/>
              <a:t> </a:t>
            </a:r>
            <a:r>
              <a:rPr lang="en-US" altLang="zh-TW" dirty="0" err="1"/>
              <a:t>Eruan</a:t>
            </a:r>
            <a:r>
              <a:rPr lang="en-US" altLang="zh-TW" dirty="0"/>
              <a:t> – Mechanical</a:t>
            </a:r>
          </a:p>
          <a:p>
            <a:pPr marL="3543300" lvl="7" indent="-342900">
              <a:buAutoNum type="alphaLcPeriod"/>
            </a:pPr>
            <a:r>
              <a:rPr lang="en-US" altLang="zh-TW" dirty="0" err="1"/>
              <a:t>Mr</a:t>
            </a:r>
            <a:r>
              <a:rPr lang="en-US" altLang="zh-TW" dirty="0"/>
              <a:t> Siva – Software and system linkage</a:t>
            </a:r>
            <a:endParaRPr lang="zh-TW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178</Words>
  <Application>Microsoft Office PowerPoint</Application>
  <PresentationFormat>On-screen Show (4:3)</PresentationFormat>
  <Paragraphs>56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新細明體</vt:lpstr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中文</dc:creator>
  <cp:lastModifiedBy>user</cp:lastModifiedBy>
  <cp:revision>2</cp:revision>
  <dcterms:created xsi:type="dcterms:W3CDTF">2018-09-12T13:53:00Z</dcterms:created>
  <dcterms:modified xsi:type="dcterms:W3CDTF">2018-09-18T02:47:43Z</dcterms:modified>
</cp:coreProperties>
</file>