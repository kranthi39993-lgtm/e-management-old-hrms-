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66451" r:id="rId2"/>
    <p:sldId id="66454" r:id="rId3"/>
    <p:sldId id="66491" r:id="rId4"/>
    <p:sldId id="66455" r:id="rId5"/>
    <p:sldId id="66490" r:id="rId6"/>
  </p:sldIdLst>
  <p:sldSz cx="12192000" cy="6858000"/>
  <p:notesSz cx="6797675" cy="98726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1" autoAdjust="0"/>
    <p:restoredTop sz="94353" autoAdjust="0"/>
  </p:normalViewPr>
  <p:slideViewPr>
    <p:cSldViewPr snapToGrid="0" showGuides="1">
      <p:cViewPr varScale="1">
        <p:scale>
          <a:sx n="70" d="100"/>
          <a:sy n="70" d="100"/>
        </p:scale>
        <p:origin x="489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3DB0F7-4B9F-4BBC-A3F9-C47EC48B99FA}" type="datetimeFigureOut">
              <a:rPr lang="en-MY" smtClean="0"/>
              <a:t>12/23/2025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1" y="4751389"/>
            <a:ext cx="5438775" cy="38877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377363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377363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9F176C-612F-4FAD-837F-AD6962C9925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7708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extLst>
              <a:ext uri="{FF2B5EF4-FFF2-40B4-BE49-F238E27FC236}">
                <a16:creationId xmlns:a16="http://schemas.microsoft.com/office/drawing/2014/main" id="{67504683-632F-1CF6-D364-7C49DBEEE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45" y="486158"/>
            <a:ext cx="10269555" cy="1837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222375">
              <a:tabLst>
                <a:tab pos="0" algn="l"/>
                <a:tab pos="1101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defTabSz="1222375">
              <a:tabLst>
                <a:tab pos="0" algn="l"/>
                <a:tab pos="1101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defTabSz="1222375">
              <a:tabLst>
                <a:tab pos="0" algn="l"/>
                <a:tab pos="1101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defTabSz="1222375">
              <a:tabLst>
                <a:tab pos="0" algn="l"/>
                <a:tab pos="1101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defTabSz="1222375">
              <a:tabLst>
                <a:tab pos="0" algn="l"/>
                <a:tab pos="1101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122237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1101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122237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1101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122237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1101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122237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1101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latinLnBrk="1" hangingPunct="1">
              <a:buFont typeface="Arial" panose="020B0604020202020204" pitchFamily="34" charset="0"/>
              <a:buNone/>
            </a:pPr>
            <a:r>
              <a:rPr lang="en-US" altLang="ja-JP" sz="3600" b="1" dirty="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Title</a:t>
            </a:r>
            <a:r>
              <a:rPr lang="ja-JP" altLang="en-US" sz="3600" b="1" dirty="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：</a:t>
            </a:r>
            <a:r>
              <a:rPr lang="en-US" altLang="ja-JP" sz="3600" b="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ALN/SN QA &amp; PACKING SYSTEM </a:t>
            </a:r>
          </a:p>
          <a:p>
            <a:pPr algn="ctr" eaLnBrk="1" latinLnBrk="1" hangingPunct="1">
              <a:buFont typeface="Arial" panose="020B0604020202020204" pitchFamily="34" charset="0"/>
              <a:buNone/>
            </a:pPr>
            <a:r>
              <a:rPr lang="en-US" altLang="ja-JP" sz="3600" b="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SCREENS</a:t>
            </a:r>
          </a:p>
          <a:p>
            <a:pPr algn="ctr" eaLnBrk="1" latinLnBrk="1" hangingPunct="1"/>
            <a:r>
              <a:rPr lang="en-US" altLang="ja-JP" sz="3600" b="1" dirty="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Date</a:t>
            </a:r>
            <a:r>
              <a:rPr lang="ja-JP" altLang="en-US" sz="3600" b="1" dirty="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：</a:t>
            </a:r>
            <a:r>
              <a:rPr lang="en-US" altLang="ja-JP" sz="3600" b="1" dirty="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2025/12/19</a:t>
            </a:r>
          </a:p>
          <a:p>
            <a:pPr eaLnBrk="1" latinLnBrk="1" hangingPunct="1">
              <a:buFont typeface="Arial" panose="020B0604020202020204" pitchFamily="34" charset="0"/>
              <a:buNone/>
            </a:pPr>
            <a:endParaRPr lang="en-US" altLang="ja-JP" b="1" dirty="0">
              <a:solidFill>
                <a:schemeClr val="tx2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eaLnBrk="1" latinLnBrk="1" hangingPunct="1">
              <a:buFont typeface="Arial" panose="020B0604020202020204" pitchFamily="34" charset="0"/>
              <a:buNone/>
            </a:pPr>
            <a:endParaRPr lang="en-US" altLang="ja-JP" b="1" dirty="0">
              <a:solidFill>
                <a:schemeClr val="tx2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eaLnBrk="1" latinLnBrk="1" hangingPunct="1">
              <a:buFont typeface="Arial" panose="020B0604020202020204" pitchFamily="34" charset="0"/>
              <a:buNone/>
            </a:pPr>
            <a:r>
              <a:rPr lang="ja-JP" altLang="en-US" b="1" dirty="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　　</a:t>
            </a:r>
            <a:endParaRPr lang="en-US" altLang="ja-JP" b="1" dirty="0">
              <a:solidFill>
                <a:schemeClr val="tx2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eaLnBrk="1" latinLnBrk="1" hangingPunct="1">
              <a:buFont typeface="Arial" panose="020B0604020202020204" pitchFamily="34" charset="0"/>
              <a:buNone/>
            </a:pPr>
            <a:endParaRPr lang="en-US" altLang="en-US" b="1" dirty="0">
              <a:solidFill>
                <a:schemeClr val="tx2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AF2B552-9133-FA2B-362E-E8672E3278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315073"/>
              </p:ext>
            </p:extLst>
          </p:nvPr>
        </p:nvGraphicFramePr>
        <p:xfrm>
          <a:off x="304800" y="2872738"/>
          <a:ext cx="9899652" cy="2631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9942">
                  <a:extLst>
                    <a:ext uri="{9D8B030D-6E8A-4147-A177-3AD203B41FA5}">
                      <a16:colId xmlns:a16="http://schemas.microsoft.com/office/drawing/2014/main" val="937674155"/>
                    </a:ext>
                  </a:extLst>
                </a:gridCol>
                <a:gridCol w="1649942">
                  <a:extLst>
                    <a:ext uri="{9D8B030D-6E8A-4147-A177-3AD203B41FA5}">
                      <a16:colId xmlns:a16="http://schemas.microsoft.com/office/drawing/2014/main" val="4274369257"/>
                    </a:ext>
                  </a:extLst>
                </a:gridCol>
                <a:gridCol w="1649942">
                  <a:extLst>
                    <a:ext uri="{9D8B030D-6E8A-4147-A177-3AD203B41FA5}">
                      <a16:colId xmlns:a16="http://schemas.microsoft.com/office/drawing/2014/main" val="4112463386"/>
                    </a:ext>
                  </a:extLst>
                </a:gridCol>
                <a:gridCol w="1649942">
                  <a:extLst>
                    <a:ext uri="{9D8B030D-6E8A-4147-A177-3AD203B41FA5}">
                      <a16:colId xmlns:a16="http://schemas.microsoft.com/office/drawing/2014/main" val="910036159"/>
                    </a:ext>
                  </a:extLst>
                </a:gridCol>
                <a:gridCol w="1649942">
                  <a:extLst>
                    <a:ext uri="{9D8B030D-6E8A-4147-A177-3AD203B41FA5}">
                      <a16:colId xmlns:a16="http://schemas.microsoft.com/office/drawing/2014/main" val="4284139901"/>
                    </a:ext>
                  </a:extLst>
                </a:gridCol>
                <a:gridCol w="1649942">
                  <a:extLst>
                    <a:ext uri="{9D8B030D-6E8A-4147-A177-3AD203B41FA5}">
                      <a16:colId xmlns:a16="http://schemas.microsoft.com/office/drawing/2014/main" val="2969539435"/>
                    </a:ext>
                  </a:extLst>
                </a:gridCol>
              </a:tblGrid>
              <a:tr h="734802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Total Screens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Completed Percentage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Target %</a:t>
                      </a:r>
                    </a:p>
                    <a:p>
                      <a:pPr algn="ctr"/>
                      <a:r>
                        <a:rPr lang="en-MY" dirty="0"/>
                        <a:t>Dec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565152"/>
                  </a:ext>
                </a:extLst>
              </a:tr>
              <a:tr h="9517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MY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QA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MY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MY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MY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MY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MY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384282"/>
                  </a:ext>
                </a:extLst>
              </a:tr>
              <a:tr h="94474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MY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Packing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MY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MY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MY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MY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41.0%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MY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786914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1F8EA23-B73B-4354-80A9-9E2808312BCF}"/>
              </a:ext>
            </a:extLst>
          </p:cNvPr>
          <p:cNvSpPr txBox="1"/>
          <p:nvPr/>
        </p:nvSpPr>
        <p:spPr>
          <a:xfrm>
            <a:off x="7023100" y="27173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PIC : Mr </a:t>
            </a:r>
            <a:r>
              <a:rPr lang="en-MY" b="1" dirty="0" err="1"/>
              <a:t>Logasenan</a:t>
            </a:r>
            <a:endParaRPr lang="en-MY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1D62DE-B16A-5357-8CEE-5127AE4D42F2}"/>
              </a:ext>
            </a:extLst>
          </p:cNvPr>
          <p:cNvSpPr txBox="1"/>
          <p:nvPr/>
        </p:nvSpPr>
        <p:spPr>
          <a:xfrm>
            <a:off x="574724" y="2151727"/>
            <a:ext cx="1126323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8000" b="1" dirty="0"/>
              <a:t>QA SYSTEM</a:t>
            </a:r>
          </a:p>
          <a:p>
            <a:r>
              <a:rPr lang="en-MY" sz="8000" b="1" dirty="0"/>
              <a:t>System Status Discussion</a:t>
            </a:r>
          </a:p>
        </p:txBody>
      </p:sp>
    </p:spTree>
    <p:extLst>
      <p:ext uri="{BB962C8B-B14F-4D97-AF65-F5344CB8AC3E}">
        <p14:creationId xmlns:p14="http://schemas.microsoft.com/office/powerpoint/2010/main" val="903040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CC9E1C-5B18-D467-CACC-765583514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5" y="0"/>
            <a:ext cx="120168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273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2385D-B379-BB94-6DBD-91713C5BD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E232BA-9E50-D714-CCC9-342B12A78D9C}"/>
              </a:ext>
            </a:extLst>
          </p:cNvPr>
          <p:cNvSpPr txBox="1"/>
          <p:nvPr/>
        </p:nvSpPr>
        <p:spPr>
          <a:xfrm>
            <a:off x="406280" y="2326861"/>
            <a:ext cx="1054647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7200" b="1" dirty="0"/>
              <a:t>PACKING SYSTEM</a:t>
            </a:r>
          </a:p>
          <a:p>
            <a:pPr algn="ctr"/>
            <a:r>
              <a:rPr lang="en-MY" sz="7200" b="1" dirty="0"/>
              <a:t>Lot Number Discussion</a:t>
            </a:r>
          </a:p>
        </p:txBody>
      </p:sp>
    </p:spTree>
    <p:extLst>
      <p:ext uri="{BB962C8B-B14F-4D97-AF65-F5344CB8AC3E}">
        <p14:creationId xmlns:p14="http://schemas.microsoft.com/office/powerpoint/2010/main" val="2922072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E86602-B9AB-7FBE-6574-D359C829A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3" y="62837"/>
            <a:ext cx="11532359" cy="67659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1691</TotalTime>
  <Words>57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Meiryo UI</vt:lpstr>
      <vt:lpstr>Arial</vt:lpstr>
      <vt:lpstr>Calibri</vt:lpstr>
      <vt:lpstr>Blue Waves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techf</dc:creator>
  <cp:lastModifiedBy>M LOGASENAN</cp:lastModifiedBy>
  <cp:revision>39</cp:revision>
  <cp:lastPrinted>2025-12-08T10:09:39Z</cp:lastPrinted>
  <dcterms:created xsi:type="dcterms:W3CDTF">2025-07-23T00:59:00Z</dcterms:created>
  <dcterms:modified xsi:type="dcterms:W3CDTF">2025-12-23T09:46:23Z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1A9C271C05CC47629A16714AFE71F5E1_12</vt:lpwstr>
  </property>
  <property fmtid="{D5CDD505-2E9C-101B-9397-08002B2CF9AE}" pid="3" name="KSOProductBuildVer">
    <vt:lpwstr>1033-12.2.0.23131</vt:lpwstr>
  </property>
</Properties>
</file>